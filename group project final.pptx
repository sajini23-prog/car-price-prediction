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4" r:id="rId5"/>
    <p:sldId id="267" r:id="rId6"/>
    <p:sldId id="261" r:id="rId7"/>
    <p:sldId id="273" r:id="rId8"/>
    <p:sldId id="262" r:id="rId9"/>
    <p:sldId id="265" r:id="rId10"/>
    <p:sldId id="263" r:id="rId11"/>
    <p:sldId id="269" r:id="rId12"/>
    <p:sldId id="270" r:id="rId13"/>
    <p:sldId id="271" r:id="rId14"/>
    <p:sldId id="272" r:id="rId15"/>
    <p:sldId id="259" r:id="rId16"/>
    <p:sldId id="260" r:id="rId17"/>
  </p:sldIdLst>
  <p:sldSz cx="18288000" cy="10287000"/>
  <p:notesSz cx="6858000" cy="9144000"/>
  <p:embeddedFontLst>
    <p:embeddedFont>
      <p:font typeface="Archivo Black" panose="020B0A03020202020B04" pitchFamily="34" charset="77"/>
      <p:regular r:id="rId19"/>
    </p:embeddedFont>
    <p:embeddedFont>
      <p:font typeface="Cambria Math" panose="02040503050406030204" pitchFamily="18" charset="0"/>
      <p:regular r:id="rId20"/>
    </p:embeddedFont>
    <p:embeddedFont>
      <p:font typeface="Montserrat" pitchFamily="2" charset="77"/>
      <p:regular r:id="rId21"/>
      <p:bold r:id="rId22"/>
      <p:italic r:id="rId23"/>
      <p:boldItalic r:id="rId24"/>
    </p:embeddedFont>
    <p:embeddedFont>
      <p:font typeface="Montserrat Bold" pitchFamily="2" charset="77"/>
      <p:regular r:id="rId25"/>
      <p:bold r:id="rId26"/>
    </p:embeddedFont>
    <p:embeddedFont>
      <p:font typeface="Slopes" pitchFamily="2" charset="77"/>
      <p:regular r:id="rId27"/>
    </p:embeddedFont>
    <p:embeddedFont>
      <p:font typeface="TC October" pitchFamily="2" charset="77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21" autoAdjust="0"/>
    <p:restoredTop sz="94569" autoAdjust="0"/>
  </p:normalViewPr>
  <p:slideViewPr>
    <p:cSldViewPr>
      <p:cViewPr varScale="1">
        <p:scale>
          <a:sx n="68" d="100"/>
          <a:sy n="68" d="100"/>
        </p:scale>
        <p:origin x="44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5BB8C-2A1B-432F-BD3B-B27E87D89F88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AD495-8F23-4385-995C-518B99EFF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14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AD495-8F23-4385-995C-518B99EFF9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4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90432"/>
            <a:ext cx="12119667" cy="14665306"/>
          </a:xfrm>
          <a:custGeom>
            <a:avLst/>
            <a:gdLst/>
            <a:ahLst/>
            <a:cxnLst/>
            <a:rect l="l" t="t" r="r" b="b"/>
            <a:pathLst>
              <a:path w="12119667" h="14665306">
                <a:moveTo>
                  <a:pt x="0" y="0"/>
                </a:moveTo>
                <a:lnTo>
                  <a:pt x="12119667" y="0"/>
                </a:lnTo>
                <a:lnTo>
                  <a:pt x="12119667" y="14665306"/>
                </a:lnTo>
                <a:lnTo>
                  <a:pt x="0" y="14665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12020" b="-1202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589607" y="-56687"/>
            <a:ext cx="8698393" cy="10400373"/>
            <a:chOff x="0" y="0"/>
            <a:chExt cx="8603361" cy="10286746"/>
          </a:xfrm>
        </p:grpSpPr>
        <p:sp>
          <p:nvSpPr>
            <p:cNvPr id="4" name="Freeform 4"/>
            <p:cNvSpPr/>
            <p:nvPr/>
          </p:nvSpPr>
          <p:spPr>
            <a:xfrm>
              <a:off x="-2794" y="-127"/>
              <a:ext cx="8606155" cy="10286873"/>
            </a:xfrm>
            <a:custGeom>
              <a:avLst/>
              <a:gdLst/>
              <a:ahLst/>
              <a:cxnLst/>
              <a:rect l="l" t="t" r="r" b="b"/>
              <a:pathLst>
                <a:path w="8606155" h="10286873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3"/>
              <a:stretch>
                <a:fillRect t="-12765" b="-127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81893" y="2800592"/>
            <a:ext cx="11416339" cy="4685816"/>
            <a:chOff x="0" y="0"/>
            <a:chExt cx="3006772" cy="12341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6772" cy="1234124"/>
            </a:xfrm>
            <a:custGeom>
              <a:avLst/>
              <a:gdLst/>
              <a:ahLst/>
              <a:cxnLst/>
              <a:rect l="l" t="t" r="r" b="b"/>
              <a:pathLst>
                <a:path w="3006772" h="1234124">
                  <a:moveTo>
                    <a:pt x="0" y="0"/>
                  </a:moveTo>
                  <a:lnTo>
                    <a:pt x="3006772" y="0"/>
                  </a:lnTo>
                  <a:lnTo>
                    <a:pt x="3006772" y="1234124"/>
                  </a:lnTo>
                  <a:lnTo>
                    <a:pt x="0" y="1234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3006772" cy="12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3435831" y="6701782"/>
            <a:ext cx="11416339" cy="784626"/>
          </a:xfrm>
          <a:custGeom>
            <a:avLst/>
            <a:gdLst/>
            <a:ahLst/>
            <a:cxnLst/>
            <a:rect l="l" t="t" r="r" b="b"/>
            <a:pathLst>
              <a:path w="11416339" h="784626">
                <a:moveTo>
                  <a:pt x="0" y="0"/>
                </a:moveTo>
                <a:lnTo>
                  <a:pt x="11416338" y="0"/>
                </a:lnTo>
                <a:lnTo>
                  <a:pt x="11416338" y="784626"/>
                </a:lnTo>
                <a:lnTo>
                  <a:pt x="0" y="78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73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082161" y="6166021"/>
            <a:ext cx="12215802" cy="63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5"/>
              </a:lnSpc>
            </a:pPr>
            <a:r>
              <a:rPr lang="en-US" sz="3699" spc="51">
                <a:solidFill>
                  <a:srgbClr val="040506"/>
                </a:solidFill>
                <a:latin typeface="Archivo Black"/>
                <a:ea typeface="Archivo Black"/>
                <a:cs typeface="Archivo Black"/>
                <a:sym typeface="Archivo Black"/>
              </a:rPr>
              <a:t> BEYOND ENGINE SIZE AND HORSEPOWER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82161" y="3297620"/>
            <a:ext cx="12464291" cy="251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7285" spc="102">
                <a:solidFill>
                  <a:srgbClr val="040506"/>
                </a:solidFill>
                <a:latin typeface="Archivo Black"/>
                <a:ea typeface="Archivo Black"/>
                <a:cs typeface="Archivo Black"/>
                <a:sym typeface="Archivo Black"/>
              </a:rPr>
              <a:t>DETERMINANTS OF CAR PRICE:</a:t>
            </a:r>
          </a:p>
        </p:txBody>
      </p:sp>
      <p:sp>
        <p:nvSpPr>
          <p:cNvPr id="11" name="Freeform 11"/>
          <p:cNvSpPr/>
          <p:nvPr/>
        </p:nvSpPr>
        <p:spPr>
          <a:xfrm>
            <a:off x="3435831" y="2800592"/>
            <a:ext cx="11416339" cy="784626"/>
          </a:xfrm>
          <a:custGeom>
            <a:avLst/>
            <a:gdLst/>
            <a:ahLst/>
            <a:cxnLst/>
            <a:rect l="l" t="t" r="r" b="b"/>
            <a:pathLst>
              <a:path w="11416339" h="784626">
                <a:moveTo>
                  <a:pt x="0" y="0"/>
                </a:moveTo>
                <a:lnTo>
                  <a:pt x="11416338" y="0"/>
                </a:lnTo>
                <a:lnTo>
                  <a:pt x="11416338" y="784626"/>
                </a:lnTo>
                <a:lnTo>
                  <a:pt x="0" y="78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736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074277" y="-1917773"/>
            <a:ext cx="6121545" cy="18288000"/>
            <a:chOff x="0" y="0"/>
            <a:chExt cx="1612259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2259" cy="4816592"/>
            </a:xfrm>
            <a:custGeom>
              <a:avLst/>
              <a:gdLst/>
              <a:ahLst/>
              <a:cxnLst/>
              <a:rect l="l" t="t" r="r" b="b"/>
              <a:pathLst>
                <a:path w="1612259" h="4816592">
                  <a:moveTo>
                    <a:pt x="0" y="0"/>
                  </a:moveTo>
                  <a:lnTo>
                    <a:pt x="1612259" y="0"/>
                  </a:lnTo>
                  <a:lnTo>
                    <a:pt x="161225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612259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900" y="0"/>
            <a:ext cx="18270100" cy="4165455"/>
          </a:xfrm>
          <a:custGeom>
            <a:avLst/>
            <a:gdLst/>
            <a:ahLst/>
            <a:cxnLst/>
            <a:rect l="l" t="t" r="r" b="b"/>
            <a:pathLst>
              <a:path w="18270100" h="4165455">
                <a:moveTo>
                  <a:pt x="0" y="0"/>
                </a:moveTo>
                <a:lnTo>
                  <a:pt x="18270100" y="0"/>
                </a:lnTo>
                <a:lnTo>
                  <a:pt x="18270100" y="4165455"/>
                </a:lnTo>
                <a:lnTo>
                  <a:pt x="0" y="4165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524" b="-1019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8270100" cy="4165455"/>
          </a:xfrm>
          <a:custGeom>
            <a:avLst/>
            <a:gdLst/>
            <a:ahLst/>
            <a:cxnLst/>
            <a:rect l="l" t="t" r="r" b="b"/>
            <a:pathLst>
              <a:path w="18270100" h="4165455">
                <a:moveTo>
                  <a:pt x="0" y="0"/>
                </a:moveTo>
                <a:lnTo>
                  <a:pt x="18270100" y="0"/>
                </a:lnTo>
                <a:lnTo>
                  <a:pt x="18270100" y="4165455"/>
                </a:lnTo>
                <a:lnTo>
                  <a:pt x="0" y="416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2901" b="-2419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251937" y="1134781"/>
            <a:ext cx="9168362" cy="170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spc="79" dirty="0">
                <a:solidFill>
                  <a:srgbClr val="F2F4F5"/>
                </a:solidFill>
                <a:latin typeface="TC October"/>
                <a:ea typeface="TC October"/>
                <a:cs typeface="TC October"/>
                <a:sym typeface="TC October"/>
              </a:rPr>
              <a:t>CONTENT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6144" y="5992429"/>
            <a:ext cx="1775519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b="1" u="none" strike="noStrike" spc="331" dirty="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0493" y="7031674"/>
            <a:ext cx="2646820" cy="85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37786" y="5801148"/>
            <a:ext cx="1775519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b="1" spc="331" dirty="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8347" y="6920788"/>
            <a:ext cx="2646820" cy="131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Data Cleaning process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16337" y="5705347"/>
            <a:ext cx="1775519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b="1" spc="331" dirty="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5324" y="7045121"/>
            <a:ext cx="3237544" cy="865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Model Implementation 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-33854" y="9932415"/>
            <a:ext cx="1832185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2020799" y="6265458"/>
            <a:ext cx="10300457" cy="1670310"/>
            <a:chOff x="0" y="0"/>
            <a:chExt cx="1876002" cy="304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6002" cy="304210"/>
            </a:xfrm>
            <a:custGeom>
              <a:avLst/>
              <a:gdLst/>
              <a:ahLst/>
              <a:cxnLst/>
              <a:rect l="l" t="t" r="r" b="b"/>
              <a:pathLst>
                <a:path w="1876002" h="304210">
                  <a:moveTo>
                    <a:pt x="1672802" y="0"/>
                  </a:moveTo>
                  <a:lnTo>
                    <a:pt x="0" y="0"/>
                  </a:lnTo>
                  <a:lnTo>
                    <a:pt x="203200" y="304210"/>
                  </a:lnTo>
                  <a:lnTo>
                    <a:pt x="1876002" y="30421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19050"/>
              <a:ext cx="1672802" cy="323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1087696" y="1776226"/>
            <a:ext cx="5689104" cy="275488"/>
            <a:chOff x="0" y="0"/>
            <a:chExt cx="4519796" cy="2188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-4007098" y="1357823"/>
            <a:ext cx="9534019" cy="1112295"/>
            <a:chOff x="0" y="0"/>
            <a:chExt cx="1876002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6059647" y="3826354"/>
            <a:ext cx="0" cy="129212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H="1">
            <a:off x="7903044" y="299373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355598" y="809625"/>
            <a:ext cx="9428083" cy="185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93"/>
              </a:lnSpc>
            </a:pPr>
            <a:r>
              <a:rPr lang="en-US" sz="10780" dirty="0">
                <a:solidFill>
                  <a:srgbClr val="000000"/>
                </a:solidFill>
                <a:latin typeface="Slopes"/>
                <a:ea typeface="Slopes"/>
                <a:cs typeface="Slopes"/>
                <a:sym typeface="Slopes"/>
              </a:rPr>
              <a:t>PROBLEM STATEMENT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46291" y="3778729"/>
            <a:ext cx="13040277" cy="5496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7"/>
              </a:lnSpc>
              <a:spcBef>
                <a:spcPct val="0"/>
              </a:spcBef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What are the key determinants of car price? 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and how do features such as,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</a:t>
            </a:r>
          </a:p>
          <a:p>
            <a:pPr marL="1034325" lvl="1" indent="-517162" algn="l">
              <a:lnSpc>
                <a:spcPts val="6227"/>
              </a:lnSpc>
              <a:buFont typeface="Arial"/>
              <a:buChar char="•"/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Engine size, </a:t>
            </a:r>
          </a:p>
          <a:p>
            <a:pPr marL="1034325" lvl="1" indent="-517162" algn="l">
              <a:lnSpc>
                <a:spcPts val="6227"/>
              </a:lnSpc>
              <a:buFont typeface="Arial"/>
              <a:buChar char="•"/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Horsepower, </a:t>
            </a:r>
          </a:p>
          <a:p>
            <a:pPr marL="1034325" lvl="1" indent="-517162" algn="l">
              <a:lnSpc>
                <a:spcPts val="6227"/>
              </a:lnSpc>
              <a:buFont typeface="Arial"/>
              <a:buChar char="•"/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Mileage,</a:t>
            </a:r>
          </a:p>
          <a:p>
            <a:pPr marL="1034325" lvl="1" indent="-517162" algn="l">
              <a:lnSpc>
                <a:spcPts val="6227"/>
              </a:lnSpc>
              <a:buFont typeface="Arial"/>
              <a:buChar char="•"/>
            </a:pPr>
            <a:r>
              <a:rPr lang="en-US" sz="479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Curb weight influence 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8AE3C-7B1C-BF37-47E5-91EFA9D09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5C9F02-F5FE-BD53-F2CA-30A59CEF953F}"/>
              </a:ext>
            </a:extLst>
          </p:cNvPr>
          <p:cNvSpPr/>
          <p:nvPr/>
        </p:nvSpPr>
        <p:spPr>
          <a:xfrm rot="2925483">
            <a:off x="5978889" y="4633519"/>
            <a:ext cx="15026802" cy="1591351"/>
          </a:xfrm>
          <a:custGeom>
            <a:avLst/>
            <a:gdLst/>
            <a:ahLst/>
            <a:cxnLst/>
            <a:rect l="l" t="t" r="r" b="b"/>
            <a:pathLst>
              <a:path w="15026802" h="1591351">
                <a:moveTo>
                  <a:pt x="0" y="0"/>
                </a:moveTo>
                <a:lnTo>
                  <a:pt x="15026802" y="0"/>
                </a:lnTo>
                <a:lnTo>
                  <a:pt x="15026802" y="1591350"/>
                </a:lnTo>
                <a:lnTo>
                  <a:pt x="0" y="15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5844F98-AF08-AD57-7F18-AA0378FEAF77}"/>
              </a:ext>
            </a:extLst>
          </p:cNvPr>
          <p:cNvGrpSpPr>
            <a:grpSpLocks noChangeAspect="1"/>
          </p:cNvGrpSpPr>
          <p:nvPr/>
        </p:nvGrpSpPr>
        <p:grpSpPr>
          <a:xfrm>
            <a:off x="9046979" y="0"/>
            <a:ext cx="9241021" cy="10396149"/>
            <a:chOff x="0" y="0"/>
            <a:chExt cx="5370413" cy="6041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FE407E9-67AA-8309-361D-09B94511AA2D}"/>
                </a:ext>
              </a:extLst>
            </p:cNvPr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8207370-3B8E-6A79-77E1-FD8DB3A880ED}"/>
                </a:ext>
              </a:extLst>
            </p:cNvPr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t="-24074" b="-240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8A5C476-59A6-D071-823D-8902D0CC694C}"/>
              </a:ext>
            </a:extLst>
          </p:cNvPr>
          <p:cNvGrpSpPr/>
          <p:nvPr/>
        </p:nvGrpSpPr>
        <p:grpSpPr>
          <a:xfrm>
            <a:off x="-2133601" y="647701"/>
            <a:ext cx="14042663" cy="2413404"/>
            <a:chOff x="0" y="0"/>
            <a:chExt cx="1537211" cy="21886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B1A65E1-6122-70C4-57B7-1C3DECEB1548}"/>
                </a:ext>
              </a:extLst>
            </p:cNvPr>
            <p:cNvSpPr/>
            <p:nvPr/>
          </p:nvSpPr>
          <p:spPr>
            <a:xfrm>
              <a:off x="0" y="0"/>
              <a:ext cx="1537211" cy="218865"/>
            </a:xfrm>
            <a:custGeom>
              <a:avLst/>
              <a:gdLst/>
              <a:ahLst/>
              <a:cxnLst/>
              <a:rect l="l" t="t" r="r" b="b"/>
              <a:pathLst>
                <a:path w="1537211" h="218865">
                  <a:moveTo>
                    <a:pt x="1334011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537211" y="218865"/>
                  </a:lnTo>
                  <a:lnTo>
                    <a:pt x="1334011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C0565EB-A82B-E5FF-3574-82C23BFE1341}"/>
                </a:ext>
              </a:extLst>
            </p:cNvPr>
            <p:cNvSpPr txBox="1"/>
            <p:nvPr/>
          </p:nvSpPr>
          <p:spPr>
            <a:xfrm>
              <a:off x="101600" y="-19050"/>
              <a:ext cx="1334011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4360E72-FDD9-49A7-FBF5-627C83D9C45D}"/>
              </a:ext>
            </a:extLst>
          </p:cNvPr>
          <p:cNvSpPr txBox="1"/>
          <p:nvPr/>
        </p:nvSpPr>
        <p:spPr>
          <a:xfrm>
            <a:off x="0" y="1050247"/>
            <a:ext cx="10780790" cy="1065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286"/>
              </a:lnSpc>
              <a:spcBef>
                <a:spcPct val="0"/>
              </a:spcBef>
            </a:pPr>
            <a:r>
              <a:rPr lang="en-US" sz="4400" spc="53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Projecting car prices matter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D1806-E1AF-A0AF-ACF9-CC65E14CDFF9}"/>
              </a:ext>
            </a:extLst>
          </p:cNvPr>
          <p:cNvSpPr txBox="1"/>
          <p:nvPr/>
        </p:nvSpPr>
        <p:spPr>
          <a:xfrm>
            <a:off x="478718" y="3887663"/>
            <a:ext cx="11430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pricing is a major challenge for manufacturers, dealers, and buyers.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AC4EB-9B7C-8AAF-6542-B56505A09F9E}"/>
              </a:ext>
            </a:extLst>
          </p:cNvPr>
          <p:cNvSpPr txBox="1"/>
          <p:nvPr/>
        </p:nvSpPr>
        <p:spPr>
          <a:xfrm>
            <a:off x="768089" y="6625020"/>
            <a:ext cx="596593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what features drive prices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EEE37-F38B-940F-9F5C-091ED708A04E}"/>
              </a:ext>
            </a:extLst>
          </p:cNvPr>
          <p:cNvSpPr txBox="1"/>
          <p:nvPr/>
        </p:nvSpPr>
        <p:spPr>
          <a:xfrm>
            <a:off x="8591650" y="5582867"/>
            <a:ext cx="4778559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pricing strategies 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D7585FF-D849-58F3-EB06-3F8A09745478}"/>
              </a:ext>
            </a:extLst>
          </p:cNvPr>
          <p:cNvSpPr/>
          <p:nvPr/>
        </p:nvSpPr>
        <p:spPr>
          <a:xfrm rot="19779161">
            <a:off x="6852747" y="6277211"/>
            <a:ext cx="1653499" cy="34112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AB66846-F9DC-EDCB-DD16-6DE5ACC29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7865">
            <a:off x="6969738" y="6950249"/>
            <a:ext cx="1371719" cy="42675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E3FF58F-980E-70A7-A59F-6982F8ED8434}"/>
              </a:ext>
            </a:extLst>
          </p:cNvPr>
          <p:cNvSpPr txBox="1"/>
          <p:nvPr/>
        </p:nvSpPr>
        <p:spPr>
          <a:xfrm>
            <a:off x="8591650" y="6662940"/>
            <a:ext cx="477855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market more transparent for consumers</a:t>
            </a:r>
            <a:r>
              <a:rPr lang="en-US" dirty="0"/>
              <a:t>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5679310-FA2C-7926-7F34-EA1E44E17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531260">
            <a:off x="6941134" y="7475553"/>
            <a:ext cx="1475360" cy="9754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56F40AD-9D0A-7E88-0247-4142AB0AAB5B}"/>
              </a:ext>
            </a:extLst>
          </p:cNvPr>
          <p:cNvSpPr txBox="1"/>
          <p:nvPr/>
        </p:nvSpPr>
        <p:spPr>
          <a:xfrm>
            <a:off x="8591649" y="8104629"/>
            <a:ext cx="4778559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 Competition 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0485F93-BF1C-A263-9C93-C45C9775A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77380" y="9872222"/>
            <a:ext cx="12942930" cy="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4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9" grpId="0" animBg="1"/>
      <p:bldP spid="42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F0C8C-6F73-28C1-2CE1-73750F90C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0104DE7-C6E0-819D-A71A-346E556D4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467600" y="8299566"/>
            <a:ext cx="15027942" cy="1987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02EB47-94E5-73D7-8235-17649EFECC12}"/>
              </a:ext>
            </a:extLst>
          </p:cNvPr>
          <p:cNvSpPr txBox="1"/>
          <p:nvPr/>
        </p:nvSpPr>
        <p:spPr>
          <a:xfrm>
            <a:off x="2675542" y="296417"/>
            <a:ext cx="13258799" cy="188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09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780" dirty="0">
                <a:solidFill>
                  <a:srgbClr val="000000"/>
                </a:solidFill>
                <a:latin typeface="Slopes"/>
                <a:ea typeface="Slopes"/>
                <a:cs typeface="Slopes"/>
                <a:sym typeface="Slopes"/>
              </a:rPr>
              <a:t>Dataset Overview</a:t>
            </a:r>
            <a:endParaRPr kumimoji="0" lang="en-US" sz="107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lopes"/>
              <a:ea typeface="Slopes"/>
              <a:cs typeface="Slopes"/>
              <a:sym typeface="Slope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42D577-0FCF-9ADA-30C1-EFF1F7A96ADA}"/>
              </a:ext>
            </a:extLst>
          </p:cNvPr>
          <p:cNvSpPr txBox="1"/>
          <p:nvPr/>
        </p:nvSpPr>
        <p:spPr>
          <a:xfrm>
            <a:off x="3200400" y="2177509"/>
            <a:ext cx="13258800" cy="54476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4000" dirty="0"/>
              <a:t>•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 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variables</a:t>
            </a:r>
          </a:p>
          <a:p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variables include: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size</a:t>
            </a:r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Horsepower</a:t>
            </a:r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type</a:t>
            </a:r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(city &amp; highway MPG)</a:t>
            </a:r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style</a:t>
            </a:r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wheels</a:t>
            </a:r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(target variable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593B7C-20B6-F569-CFB9-8FB0602D4050}"/>
              </a:ext>
            </a:extLst>
          </p:cNvPr>
          <p:cNvSpPr/>
          <p:nvPr/>
        </p:nvSpPr>
        <p:spPr>
          <a:xfrm>
            <a:off x="381000" y="419100"/>
            <a:ext cx="17526000" cy="9448800"/>
          </a:xfrm>
          <a:custGeom>
            <a:avLst/>
            <a:gdLst>
              <a:gd name="connsiteX0" fmla="*/ 0 w 17526000"/>
              <a:gd name="connsiteY0" fmla="*/ 0 h 9448800"/>
              <a:gd name="connsiteX1" fmla="*/ 58420 w 17526000"/>
              <a:gd name="connsiteY1" fmla="*/ 0 h 9448800"/>
              <a:gd name="connsiteX2" fmla="*/ 116840 w 17526000"/>
              <a:gd name="connsiteY2" fmla="*/ 0 h 9448800"/>
              <a:gd name="connsiteX3" fmla="*/ 701040 w 17526000"/>
              <a:gd name="connsiteY3" fmla="*/ 0 h 9448800"/>
              <a:gd name="connsiteX4" fmla="*/ 1460500 w 17526000"/>
              <a:gd name="connsiteY4" fmla="*/ 0 h 9448800"/>
              <a:gd name="connsiteX5" fmla="*/ 2044700 w 17526000"/>
              <a:gd name="connsiteY5" fmla="*/ 0 h 9448800"/>
              <a:gd name="connsiteX6" fmla="*/ 2628900 w 17526000"/>
              <a:gd name="connsiteY6" fmla="*/ 0 h 9448800"/>
              <a:gd name="connsiteX7" fmla="*/ 3563620 w 17526000"/>
              <a:gd name="connsiteY7" fmla="*/ 0 h 9448800"/>
              <a:gd name="connsiteX8" fmla="*/ 4498340 w 17526000"/>
              <a:gd name="connsiteY8" fmla="*/ 0 h 9448800"/>
              <a:gd name="connsiteX9" fmla="*/ 4732020 w 17526000"/>
              <a:gd name="connsiteY9" fmla="*/ 0 h 9448800"/>
              <a:gd name="connsiteX10" fmla="*/ 5666740 w 17526000"/>
              <a:gd name="connsiteY10" fmla="*/ 0 h 9448800"/>
              <a:gd name="connsiteX11" fmla="*/ 6075680 w 17526000"/>
              <a:gd name="connsiteY11" fmla="*/ 0 h 9448800"/>
              <a:gd name="connsiteX12" fmla="*/ 6835140 w 17526000"/>
              <a:gd name="connsiteY12" fmla="*/ 0 h 9448800"/>
              <a:gd name="connsiteX13" fmla="*/ 7244080 w 17526000"/>
              <a:gd name="connsiteY13" fmla="*/ 0 h 9448800"/>
              <a:gd name="connsiteX14" fmla="*/ 8003540 w 17526000"/>
              <a:gd name="connsiteY14" fmla="*/ 0 h 9448800"/>
              <a:gd name="connsiteX15" fmla="*/ 8587740 w 17526000"/>
              <a:gd name="connsiteY15" fmla="*/ 0 h 9448800"/>
              <a:gd name="connsiteX16" fmla="*/ 9522460 w 17526000"/>
              <a:gd name="connsiteY16" fmla="*/ 0 h 9448800"/>
              <a:gd name="connsiteX17" fmla="*/ 9580880 w 17526000"/>
              <a:gd name="connsiteY17" fmla="*/ 0 h 9448800"/>
              <a:gd name="connsiteX18" fmla="*/ 9814560 w 17526000"/>
              <a:gd name="connsiteY18" fmla="*/ 0 h 9448800"/>
              <a:gd name="connsiteX19" fmla="*/ 10048240 w 17526000"/>
              <a:gd name="connsiteY19" fmla="*/ 0 h 9448800"/>
              <a:gd name="connsiteX20" fmla="*/ 10457180 w 17526000"/>
              <a:gd name="connsiteY20" fmla="*/ 0 h 9448800"/>
              <a:gd name="connsiteX21" fmla="*/ 10690860 w 17526000"/>
              <a:gd name="connsiteY21" fmla="*/ 0 h 9448800"/>
              <a:gd name="connsiteX22" fmla="*/ 11625580 w 17526000"/>
              <a:gd name="connsiteY22" fmla="*/ 0 h 9448800"/>
              <a:gd name="connsiteX23" fmla="*/ 12385040 w 17526000"/>
              <a:gd name="connsiteY23" fmla="*/ 0 h 9448800"/>
              <a:gd name="connsiteX24" fmla="*/ 12618720 w 17526000"/>
              <a:gd name="connsiteY24" fmla="*/ 0 h 9448800"/>
              <a:gd name="connsiteX25" fmla="*/ 12677140 w 17526000"/>
              <a:gd name="connsiteY25" fmla="*/ 0 h 9448800"/>
              <a:gd name="connsiteX26" fmla="*/ 12910820 w 17526000"/>
              <a:gd name="connsiteY26" fmla="*/ 0 h 9448800"/>
              <a:gd name="connsiteX27" fmla="*/ 12969240 w 17526000"/>
              <a:gd name="connsiteY27" fmla="*/ 0 h 9448800"/>
              <a:gd name="connsiteX28" fmla="*/ 13027660 w 17526000"/>
              <a:gd name="connsiteY28" fmla="*/ 0 h 9448800"/>
              <a:gd name="connsiteX29" fmla="*/ 13261340 w 17526000"/>
              <a:gd name="connsiteY29" fmla="*/ 0 h 9448800"/>
              <a:gd name="connsiteX30" fmla="*/ 13670280 w 17526000"/>
              <a:gd name="connsiteY30" fmla="*/ 0 h 9448800"/>
              <a:gd name="connsiteX31" fmla="*/ 13903960 w 17526000"/>
              <a:gd name="connsiteY31" fmla="*/ 0 h 9448800"/>
              <a:gd name="connsiteX32" fmla="*/ 14838680 w 17526000"/>
              <a:gd name="connsiteY32" fmla="*/ 0 h 9448800"/>
              <a:gd name="connsiteX33" fmla="*/ 15247620 w 17526000"/>
              <a:gd name="connsiteY33" fmla="*/ 0 h 9448800"/>
              <a:gd name="connsiteX34" fmla="*/ 15306040 w 17526000"/>
              <a:gd name="connsiteY34" fmla="*/ 0 h 9448800"/>
              <a:gd name="connsiteX35" fmla="*/ 15890240 w 17526000"/>
              <a:gd name="connsiteY35" fmla="*/ 0 h 9448800"/>
              <a:gd name="connsiteX36" fmla="*/ 16649700 w 17526000"/>
              <a:gd name="connsiteY36" fmla="*/ 0 h 9448800"/>
              <a:gd name="connsiteX37" fmla="*/ 16883380 w 17526000"/>
              <a:gd name="connsiteY37" fmla="*/ 0 h 9448800"/>
              <a:gd name="connsiteX38" fmla="*/ 16941800 w 17526000"/>
              <a:gd name="connsiteY38" fmla="*/ 0 h 9448800"/>
              <a:gd name="connsiteX39" fmla="*/ 17000220 w 17526000"/>
              <a:gd name="connsiteY39" fmla="*/ 0 h 9448800"/>
              <a:gd name="connsiteX40" fmla="*/ 17526000 w 17526000"/>
              <a:gd name="connsiteY40" fmla="*/ 0 h 9448800"/>
              <a:gd name="connsiteX41" fmla="*/ 17526000 w 17526000"/>
              <a:gd name="connsiteY41" fmla="*/ 401574 h 9448800"/>
              <a:gd name="connsiteX42" fmla="*/ 17526000 w 17526000"/>
              <a:gd name="connsiteY42" fmla="*/ 1181100 h 9448800"/>
              <a:gd name="connsiteX43" fmla="*/ 17526000 w 17526000"/>
              <a:gd name="connsiteY43" fmla="*/ 1866138 h 9448800"/>
              <a:gd name="connsiteX44" fmla="*/ 17526000 w 17526000"/>
              <a:gd name="connsiteY44" fmla="*/ 2551176 h 9448800"/>
              <a:gd name="connsiteX45" fmla="*/ 17526000 w 17526000"/>
              <a:gd name="connsiteY45" fmla="*/ 2952750 h 9448800"/>
              <a:gd name="connsiteX46" fmla="*/ 17526000 w 17526000"/>
              <a:gd name="connsiteY46" fmla="*/ 3259836 h 9448800"/>
              <a:gd name="connsiteX47" fmla="*/ 17526000 w 17526000"/>
              <a:gd name="connsiteY47" fmla="*/ 3755898 h 9448800"/>
              <a:gd name="connsiteX48" fmla="*/ 17526000 w 17526000"/>
              <a:gd name="connsiteY48" fmla="*/ 4535424 h 9448800"/>
              <a:gd name="connsiteX49" fmla="*/ 17526000 w 17526000"/>
              <a:gd name="connsiteY49" fmla="*/ 5125974 h 9448800"/>
              <a:gd name="connsiteX50" fmla="*/ 17526000 w 17526000"/>
              <a:gd name="connsiteY50" fmla="*/ 5433060 h 9448800"/>
              <a:gd name="connsiteX51" fmla="*/ 17526000 w 17526000"/>
              <a:gd name="connsiteY51" fmla="*/ 5929122 h 9448800"/>
              <a:gd name="connsiteX52" fmla="*/ 17526000 w 17526000"/>
              <a:gd name="connsiteY52" fmla="*/ 6708648 h 9448800"/>
              <a:gd name="connsiteX53" fmla="*/ 17526000 w 17526000"/>
              <a:gd name="connsiteY53" fmla="*/ 7015734 h 9448800"/>
              <a:gd name="connsiteX54" fmla="*/ 17526000 w 17526000"/>
              <a:gd name="connsiteY54" fmla="*/ 7511796 h 9448800"/>
              <a:gd name="connsiteX55" fmla="*/ 17526000 w 17526000"/>
              <a:gd name="connsiteY55" fmla="*/ 7913370 h 9448800"/>
              <a:gd name="connsiteX56" fmla="*/ 17526000 w 17526000"/>
              <a:gd name="connsiteY56" fmla="*/ 8598408 h 9448800"/>
              <a:gd name="connsiteX57" fmla="*/ 17526000 w 17526000"/>
              <a:gd name="connsiteY57" fmla="*/ 9448800 h 9448800"/>
              <a:gd name="connsiteX58" fmla="*/ 17467580 w 17526000"/>
              <a:gd name="connsiteY58" fmla="*/ 9448800 h 9448800"/>
              <a:gd name="connsiteX59" fmla="*/ 16708120 w 17526000"/>
              <a:gd name="connsiteY59" fmla="*/ 9448800 h 9448800"/>
              <a:gd name="connsiteX60" fmla="*/ 15948660 w 17526000"/>
              <a:gd name="connsiteY60" fmla="*/ 9448800 h 9448800"/>
              <a:gd name="connsiteX61" fmla="*/ 15714980 w 17526000"/>
              <a:gd name="connsiteY61" fmla="*/ 9448800 h 9448800"/>
              <a:gd name="connsiteX62" fmla="*/ 15306040 w 17526000"/>
              <a:gd name="connsiteY62" fmla="*/ 9448800 h 9448800"/>
              <a:gd name="connsiteX63" fmla="*/ 14371320 w 17526000"/>
              <a:gd name="connsiteY63" fmla="*/ 9448800 h 9448800"/>
              <a:gd name="connsiteX64" fmla="*/ 13611860 w 17526000"/>
              <a:gd name="connsiteY64" fmla="*/ 9448800 h 9448800"/>
              <a:gd name="connsiteX65" fmla="*/ 13378180 w 17526000"/>
              <a:gd name="connsiteY65" fmla="*/ 9448800 h 9448800"/>
              <a:gd name="connsiteX66" fmla="*/ 12793980 w 17526000"/>
              <a:gd name="connsiteY66" fmla="*/ 9448800 h 9448800"/>
              <a:gd name="connsiteX67" fmla="*/ 12735560 w 17526000"/>
              <a:gd name="connsiteY67" fmla="*/ 9448800 h 9448800"/>
              <a:gd name="connsiteX68" fmla="*/ 12151360 w 17526000"/>
              <a:gd name="connsiteY68" fmla="*/ 9448800 h 9448800"/>
              <a:gd name="connsiteX69" fmla="*/ 11742420 w 17526000"/>
              <a:gd name="connsiteY69" fmla="*/ 9448800 h 9448800"/>
              <a:gd name="connsiteX70" fmla="*/ 10982960 w 17526000"/>
              <a:gd name="connsiteY70" fmla="*/ 9448800 h 9448800"/>
              <a:gd name="connsiteX71" fmla="*/ 10048240 w 17526000"/>
              <a:gd name="connsiteY71" fmla="*/ 9448800 h 9448800"/>
              <a:gd name="connsiteX72" fmla="*/ 9989820 w 17526000"/>
              <a:gd name="connsiteY72" fmla="*/ 9448800 h 9448800"/>
              <a:gd name="connsiteX73" fmla="*/ 9931400 w 17526000"/>
              <a:gd name="connsiteY73" fmla="*/ 9448800 h 9448800"/>
              <a:gd name="connsiteX74" fmla="*/ 9872980 w 17526000"/>
              <a:gd name="connsiteY74" fmla="*/ 9448800 h 9448800"/>
              <a:gd name="connsiteX75" fmla="*/ 9639300 w 17526000"/>
              <a:gd name="connsiteY75" fmla="*/ 9448800 h 9448800"/>
              <a:gd name="connsiteX76" fmla="*/ 9055100 w 17526000"/>
              <a:gd name="connsiteY76" fmla="*/ 9448800 h 9448800"/>
              <a:gd name="connsiteX77" fmla="*/ 8821420 w 17526000"/>
              <a:gd name="connsiteY77" fmla="*/ 9448800 h 9448800"/>
              <a:gd name="connsiteX78" fmla="*/ 8061960 w 17526000"/>
              <a:gd name="connsiteY78" fmla="*/ 9448800 h 9448800"/>
              <a:gd name="connsiteX79" fmla="*/ 7828280 w 17526000"/>
              <a:gd name="connsiteY79" fmla="*/ 9448800 h 9448800"/>
              <a:gd name="connsiteX80" fmla="*/ 6893560 w 17526000"/>
              <a:gd name="connsiteY80" fmla="*/ 9448800 h 9448800"/>
              <a:gd name="connsiteX81" fmla="*/ 6835140 w 17526000"/>
              <a:gd name="connsiteY81" fmla="*/ 9448800 h 9448800"/>
              <a:gd name="connsiteX82" fmla="*/ 6426200 w 17526000"/>
              <a:gd name="connsiteY82" fmla="*/ 9448800 h 9448800"/>
              <a:gd name="connsiteX83" fmla="*/ 5491480 w 17526000"/>
              <a:gd name="connsiteY83" fmla="*/ 9448800 h 9448800"/>
              <a:gd name="connsiteX84" fmla="*/ 5433060 w 17526000"/>
              <a:gd name="connsiteY84" fmla="*/ 9448800 h 9448800"/>
              <a:gd name="connsiteX85" fmla="*/ 4498340 w 17526000"/>
              <a:gd name="connsiteY85" fmla="*/ 9448800 h 9448800"/>
              <a:gd name="connsiteX86" fmla="*/ 4264660 w 17526000"/>
              <a:gd name="connsiteY86" fmla="*/ 9448800 h 9448800"/>
              <a:gd name="connsiteX87" fmla="*/ 3505200 w 17526000"/>
              <a:gd name="connsiteY87" fmla="*/ 9448800 h 9448800"/>
              <a:gd name="connsiteX88" fmla="*/ 2745740 w 17526000"/>
              <a:gd name="connsiteY88" fmla="*/ 9448800 h 9448800"/>
              <a:gd name="connsiteX89" fmla="*/ 2161540 w 17526000"/>
              <a:gd name="connsiteY89" fmla="*/ 9448800 h 9448800"/>
              <a:gd name="connsiteX90" fmla="*/ 1752600 w 17526000"/>
              <a:gd name="connsiteY90" fmla="*/ 9448800 h 9448800"/>
              <a:gd name="connsiteX91" fmla="*/ 1343660 w 17526000"/>
              <a:gd name="connsiteY91" fmla="*/ 9448800 h 9448800"/>
              <a:gd name="connsiteX92" fmla="*/ 1285240 w 17526000"/>
              <a:gd name="connsiteY92" fmla="*/ 9448800 h 9448800"/>
              <a:gd name="connsiteX93" fmla="*/ 0 w 17526000"/>
              <a:gd name="connsiteY93" fmla="*/ 9448800 h 9448800"/>
              <a:gd name="connsiteX94" fmla="*/ 0 w 17526000"/>
              <a:gd name="connsiteY94" fmla="*/ 8669274 h 9448800"/>
              <a:gd name="connsiteX95" fmla="*/ 0 w 17526000"/>
              <a:gd name="connsiteY95" fmla="*/ 8078724 h 9448800"/>
              <a:gd name="connsiteX96" fmla="*/ 0 w 17526000"/>
              <a:gd name="connsiteY96" fmla="*/ 7677150 h 9448800"/>
              <a:gd name="connsiteX97" fmla="*/ 0 w 17526000"/>
              <a:gd name="connsiteY97" fmla="*/ 7370064 h 9448800"/>
              <a:gd name="connsiteX98" fmla="*/ 0 w 17526000"/>
              <a:gd name="connsiteY98" fmla="*/ 6779514 h 9448800"/>
              <a:gd name="connsiteX99" fmla="*/ 0 w 17526000"/>
              <a:gd name="connsiteY99" fmla="*/ 6377940 h 9448800"/>
              <a:gd name="connsiteX100" fmla="*/ 0 w 17526000"/>
              <a:gd name="connsiteY100" fmla="*/ 5787390 h 9448800"/>
              <a:gd name="connsiteX101" fmla="*/ 0 w 17526000"/>
              <a:gd name="connsiteY101" fmla="*/ 5007864 h 9448800"/>
              <a:gd name="connsiteX102" fmla="*/ 0 w 17526000"/>
              <a:gd name="connsiteY102" fmla="*/ 4322826 h 9448800"/>
              <a:gd name="connsiteX103" fmla="*/ 0 w 17526000"/>
              <a:gd name="connsiteY103" fmla="*/ 3637788 h 9448800"/>
              <a:gd name="connsiteX104" fmla="*/ 0 w 17526000"/>
              <a:gd name="connsiteY104" fmla="*/ 3330702 h 9448800"/>
              <a:gd name="connsiteX105" fmla="*/ 0 w 17526000"/>
              <a:gd name="connsiteY105" fmla="*/ 2740152 h 9448800"/>
              <a:gd name="connsiteX106" fmla="*/ 0 w 17526000"/>
              <a:gd name="connsiteY106" fmla="*/ 2149602 h 9448800"/>
              <a:gd name="connsiteX107" fmla="*/ 0 w 17526000"/>
              <a:gd name="connsiteY107" fmla="*/ 1653540 h 9448800"/>
              <a:gd name="connsiteX108" fmla="*/ 0 w 17526000"/>
              <a:gd name="connsiteY108" fmla="*/ 1062990 h 9448800"/>
              <a:gd name="connsiteX109" fmla="*/ 0 w 17526000"/>
              <a:gd name="connsiteY109" fmla="*/ 661416 h 9448800"/>
              <a:gd name="connsiteX110" fmla="*/ 0 w 17526000"/>
              <a:gd name="connsiteY110" fmla="*/ 0 h 94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7526000" h="9448800" extrusionOk="0">
                <a:moveTo>
                  <a:pt x="0" y="0"/>
                </a:moveTo>
                <a:cubicBezTo>
                  <a:pt x="16686" y="-4108"/>
                  <a:pt x="45684" y="6353"/>
                  <a:pt x="58420" y="0"/>
                </a:cubicBezTo>
                <a:cubicBezTo>
                  <a:pt x="71156" y="-6353"/>
                  <a:pt x="92892" y="6639"/>
                  <a:pt x="116840" y="0"/>
                </a:cubicBezTo>
                <a:cubicBezTo>
                  <a:pt x="140788" y="-6639"/>
                  <a:pt x="531300" y="8496"/>
                  <a:pt x="701040" y="0"/>
                </a:cubicBezTo>
                <a:cubicBezTo>
                  <a:pt x="870780" y="-8496"/>
                  <a:pt x="1090118" y="77926"/>
                  <a:pt x="1460500" y="0"/>
                </a:cubicBezTo>
                <a:cubicBezTo>
                  <a:pt x="1830882" y="-77926"/>
                  <a:pt x="1854989" y="16917"/>
                  <a:pt x="2044700" y="0"/>
                </a:cubicBezTo>
                <a:cubicBezTo>
                  <a:pt x="2234411" y="-16917"/>
                  <a:pt x="2423897" y="17285"/>
                  <a:pt x="2628900" y="0"/>
                </a:cubicBezTo>
                <a:cubicBezTo>
                  <a:pt x="2833903" y="-17285"/>
                  <a:pt x="3165545" y="78408"/>
                  <a:pt x="3563620" y="0"/>
                </a:cubicBezTo>
                <a:cubicBezTo>
                  <a:pt x="3961695" y="-78408"/>
                  <a:pt x="4168624" y="100389"/>
                  <a:pt x="4498340" y="0"/>
                </a:cubicBezTo>
                <a:cubicBezTo>
                  <a:pt x="4828056" y="-100389"/>
                  <a:pt x="4631136" y="26363"/>
                  <a:pt x="4732020" y="0"/>
                </a:cubicBezTo>
                <a:cubicBezTo>
                  <a:pt x="4832904" y="-26363"/>
                  <a:pt x="5466109" y="75160"/>
                  <a:pt x="5666740" y="0"/>
                </a:cubicBezTo>
                <a:cubicBezTo>
                  <a:pt x="5867371" y="-75160"/>
                  <a:pt x="5949455" y="16841"/>
                  <a:pt x="6075680" y="0"/>
                </a:cubicBezTo>
                <a:cubicBezTo>
                  <a:pt x="6201905" y="-16841"/>
                  <a:pt x="6461768" y="80972"/>
                  <a:pt x="6835140" y="0"/>
                </a:cubicBezTo>
                <a:cubicBezTo>
                  <a:pt x="7208512" y="-80972"/>
                  <a:pt x="7055497" y="33485"/>
                  <a:pt x="7244080" y="0"/>
                </a:cubicBezTo>
                <a:cubicBezTo>
                  <a:pt x="7432663" y="-33485"/>
                  <a:pt x="7732957" y="81218"/>
                  <a:pt x="8003540" y="0"/>
                </a:cubicBezTo>
                <a:cubicBezTo>
                  <a:pt x="8274123" y="-81218"/>
                  <a:pt x="8346639" y="7212"/>
                  <a:pt x="8587740" y="0"/>
                </a:cubicBezTo>
                <a:cubicBezTo>
                  <a:pt x="8828841" y="-7212"/>
                  <a:pt x="9216172" y="90563"/>
                  <a:pt x="9522460" y="0"/>
                </a:cubicBezTo>
                <a:cubicBezTo>
                  <a:pt x="9828748" y="-90563"/>
                  <a:pt x="9563612" y="3760"/>
                  <a:pt x="9580880" y="0"/>
                </a:cubicBezTo>
                <a:cubicBezTo>
                  <a:pt x="9598148" y="-3760"/>
                  <a:pt x="9703349" y="6998"/>
                  <a:pt x="9814560" y="0"/>
                </a:cubicBezTo>
                <a:cubicBezTo>
                  <a:pt x="9925771" y="-6998"/>
                  <a:pt x="9964089" y="2725"/>
                  <a:pt x="10048240" y="0"/>
                </a:cubicBezTo>
                <a:cubicBezTo>
                  <a:pt x="10132391" y="-2725"/>
                  <a:pt x="10374950" y="19012"/>
                  <a:pt x="10457180" y="0"/>
                </a:cubicBezTo>
                <a:cubicBezTo>
                  <a:pt x="10539410" y="-19012"/>
                  <a:pt x="10641404" y="7521"/>
                  <a:pt x="10690860" y="0"/>
                </a:cubicBezTo>
                <a:cubicBezTo>
                  <a:pt x="10740316" y="-7521"/>
                  <a:pt x="11209144" y="107653"/>
                  <a:pt x="11625580" y="0"/>
                </a:cubicBezTo>
                <a:cubicBezTo>
                  <a:pt x="12042016" y="-107653"/>
                  <a:pt x="12036676" y="20598"/>
                  <a:pt x="12385040" y="0"/>
                </a:cubicBezTo>
                <a:cubicBezTo>
                  <a:pt x="12733404" y="-20598"/>
                  <a:pt x="12565762" y="23155"/>
                  <a:pt x="12618720" y="0"/>
                </a:cubicBezTo>
                <a:cubicBezTo>
                  <a:pt x="12671678" y="-23155"/>
                  <a:pt x="12656546" y="64"/>
                  <a:pt x="12677140" y="0"/>
                </a:cubicBezTo>
                <a:cubicBezTo>
                  <a:pt x="12697734" y="-64"/>
                  <a:pt x="12858959" y="1872"/>
                  <a:pt x="12910820" y="0"/>
                </a:cubicBezTo>
                <a:cubicBezTo>
                  <a:pt x="12962681" y="-1872"/>
                  <a:pt x="12952986" y="6384"/>
                  <a:pt x="12969240" y="0"/>
                </a:cubicBezTo>
                <a:cubicBezTo>
                  <a:pt x="12985494" y="-6384"/>
                  <a:pt x="13005888" y="2140"/>
                  <a:pt x="13027660" y="0"/>
                </a:cubicBezTo>
                <a:cubicBezTo>
                  <a:pt x="13049432" y="-2140"/>
                  <a:pt x="13188994" y="7773"/>
                  <a:pt x="13261340" y="0"/>
                </a:cubicBezTo>
                <a:cubicBezTo>
                  <a:pt x="13333686" y="-7773"/>
                  <a:pt x="13484827" y="20478"/>
                  <a:pt x="13670280" y="0"/>
                </a:cubicBezTo>
                <a:cubicBezTo>
                  <a:pt x="13855733" y="-20478"/>
                  <a:pt x="13849464" y="2413"/>
                  <a:pt x="13903960" y="0"/>
                </a:cubicBezTo>
                <a:cubicBezTo>
                  <a:pt x="13958456" y="-2413"/>
                  <a:pt x="14579399" y="27055"/>
                  <a:pt x="14838680" y="0"/>
                </a:cubicBezTo>
                <a:cubicBezTo>
                  <a:pt x="15097961" y="-27055"/>
                  <a:pt x="15147376" y="4662"/>
                  <a:pt x="15247620" y="0"/>
                </a:cubicBezTo>
                <a:cubicBezTo>
                  <a:pt x="15347864" y="-4662"/>
                  <a:pt x="15283210" y="1158"/>
                  <a:pt x="15306040" y="0"/>
                </a:cubicBezTo>
                <a:cubicBezTo>
                  <a:pt x="15328870" y="-1158"/>
                  <a:pt x="15675771" y="3634"/>
                  <a:pt x="15890240" y="0"/>
                </a:cubicBezTo>
                <a:cubicBezTo>
                  <a:pt x="16104709" y="-3634"/>
                  <a:pt x="16454908" y="90343"/>
                  <a:pt x="16649700" y="0"/>
                </a:cubicBezTo>
                <a:cubicBezTo>
                  <a:pt x="16844492" y="-90343"/>
                  <a:pt x="16818030" y="20982"/>
                  <a:pt x="16883380" y="0"/>
                </a:cubicBezTo>
                <a:cubicBezTo>
                  <a:pt x="16948730" y="-20982"/>
                  <a:pt x="16913393" y="127"/>
                  <a:pt x="16941800" y="0"/>
                </a:cubicBezTo>
                <a:cubicBezTo>
                  <a:pt x="16970207" y="-127"/>
                  <a:pt x="16972669" y="1861"/>
                  <a:pt x="17000220" y="0"/>
                </a:cubicBezTo>
                <a:cubicBezTo>
                  <a:pt x="17027771" y="-1861"/>
                  <a:pt x="17411134" y="41330"/>
                  <a:pt x="17526000" y="0"/>
                </a:cubicBezTo>
                <a:cubicBezTo>
                  <a:pt x="17543048" y="186469"/>
                  <a:pt x="17485717" y="302618"/>
                  <a:pt x="17526000" y="401574"/>
                </a:cubicBezTo>
                <a:cubicBezTo>
                  <a:pt x="17566283" y="500530"/>
                  <a:pt x="17437635" y="865709"/>
                  <a:pt x="17526000" y="1181100"/>
                </a:cubicBezTo>
                <a:cubicBezTo>
                  <a:pt x="17614365" y="1496491"/>
                  <a:pt x="17523196" y="1620495"/>
                  <a:pt x="17526000" y="1866138"/>
                </a:cubicBezTo>
                <a:cubicBezTo>
                  <a:pt x="17528804" y="2111781"/>
                  <a:pt x="17445369" y="2406911"/>
                  <a:pt x="17526000" y="2551176"/>
                </a:cubicBezTo>
                <a:cubicBezTo>
                  <a:pt x="17606631" y="2695441"/>
                  <a:pt x="17486678" y="2841054"/>
                  <a:pt x="17526000" y="2952750"/>
                </a:cubicBezTo>
                <a:cubicBezTo>
                  <a:pt x="17565322" y="3064446"/>
                  <a:pt x="17494954" y="3153178"/>
                  <a:pt x="17526000" y="3259836"/>
                </a:cubicBezTo>
                <a:cubicBezTo>
                  <a:pt x="17557046" y="3366494"/>
                  <a:pt x="17492583" y="3600489"/>
                  <a:pt x="17526000" y="3755898"/>
                </a:cubicBezTo>
                <a:cubicBezTo>
                  <a:pt x="17559417" y="3911307"/>
                  <a:pt x="17484596" y="4210088"/>
                  <a:pt x="17526000" y="4535424"/>
                </a:cubicBezTo>
                <a:cubicBezTo>
                  <a:pt x="17567404" y="4860760"/>
                  <a:pt x="17508542" y="4951708"/>
                  <a:pt x="17526000" y="5125974"/>
                </a:cubicBezTo>
                <a:cubicBezTo>
                  <a:pt x="17543458" y="5300240"/>
                  <a:pt x="17493581" y="5332923"/>
                  <a:pt x="17526000" y="5433060"/>
                </a:cubicBezTo>
                <a:cubicBezTo>
                  <a:pt x="17558419" y="5533197"/>
                  <a:pt x="17489054" y="5756502"/>
                  <a:pt x="17526000" y="5929122"/>
                </a:cubicBezTo>
                <a:cubicBezTo>
                  <a:pt x="17562946" y="6101742"/>
                  <a:pt x="17472386" y="6378838"/>
                  <a:pt x="17526000" y="6708648"/>
                </a:cubicBezTo>
                <a:cubicBezTo>
                  <a:pt x="17579614" y="7038458"/>
                  <a:pt x="17515477" y="6936695"/>
                  <a:pt x="17526000" y="7015734"/>
                </a:cubicBezTo>
                <a:cubicBezTo>
                  <a:pt x="17536523" y="7094773"/>
                  <a:pt x="17501251" y="7296806"/>
                  <a:pt x="17526000" y="7511796"/>
                </a:cubicBezTo>
                <a:cubicBezTo>
                  <a:pt x="17550749" y="7726786"/>
                  <a:pt x="17483347" y="7801199"/>
                  <a:pt x="17526000" y="7913370"/>
                </a:cubicBezTo>
                <a:cubicBezTo>
                  <a:pt x="17568653" y="8025541"/>
                  <a:pt x="17505427" y="8354986"/>
                  <a:pt x="17526000" y="8598408"/>
                </a:cubicBezTo>
                <a:cubicBezTo>
                  <a:pt x="17546573" y="8841830"/>
                  <a:pt x="17442034" y="9220051"/>
                  <a:pt x="17526000" y="9448800"/>
                </a:cubicBezTo>
                <a:cubicBezTo>
                  <a:pt x="17501527" y="9450084"/>
                  <a:pt x="17485987" y="9443960"/>
                  <a:pt x="17467580" y="9448800"/>
                </a:cubicBezTo>
                <a:cubicBezTo>
                  <a:pt x="17449173" y="9453640"/>
                  <a:pt x="16952504" y="9412668"/>
                  <a:pt x="16708120" y="9448800"/>
                </a:cubicBezTo>
                <a:cubicBezTo>
                  <a:pt x="16463736" y="9484932"/>
                  <a:pt x="16234747" y="9401663"/>
                  <a:pt x="15948660" y="9448800"/>
                </a:cubicBezTo>
                <a:cubicBezTo>
                  <a:pt x="15662573" y="9495937"/>
                  <a:pt x="15765066" y="9436660"/>
                  <a:pt x="15714980" y="9448800"/>
                </a:cubicBezTo>
                <a:cubicBezTo>
                  <a:pt x="15664894" y="9460940"/>
                  <a:pt x="15484411" y="9429391"/>
                  <a:pt x="15306040" y="9448800"/>
                </a:cubicBezTo>
                <a:cubicBezTo>
                  <a:pt x="15127669" y="9468209"/>
                  <a:pt x="14777006" y="9423372"/>
                  <a:pt x="14371320" y="9448800"/>
                </a:cubicBezTo>
                <a:cubicBezTo>
                  <a:pt x="13965634" y="9474228"/>
                  <a:pt x="13877208" y="9416816"/>
                  <a:pt x="13611860" y="9448800"/>
                </a:cubicBezTo>
                <a:cubicBezTo>
                  <a:pt x="13346512" y="9480784"/>
                  <a:pt x="13450311" y="9424986"/>
                  <a:pt x="13378180" y="9448800"/>
                </a:cubicBezTo>
                <a:cubicBezTo>
                  <a:pt x="13306049" y="9472614"/>
                  <a:pt x="13005716" y="9447497"/>
                  <a:pt x="12793980" y="9448800"/>
                </a:cubicBezTo>
                <a:cubicBezTo>
                  <a:pt x="12582244" y="9450103"/>
                  <a:pt x="12764492" y="9444809"/>
                  <a:pt x="12735560" y="9448800"/>
                </a:cubicBezTo>
                <a:cubicBezTo>
                  <a:pt x="12706628" y="9452791"/>
                  <a:pt x="12397898" y="9395374"/>
                  <a:pt x="12151360" y="9448800"/>
                </a:cubicBezTo>
                <a:cubicBezTo>
                  <a:pt x="11904822" y="9502226"/>
                  <a:pt x="11897940" y="9432085"/>
                  <a:pt x="11742420" y="9448800"/>
                </a:cubicBezTo>
                <a:cubicBezTo>
                  <a:pt x="11586900" y="9465515"/>
                  <a:pt x="11249936" y="9384261"/>
                  <a:pt x="10982960" y="9448800"/>
                </a:cubicBezTo>
                <a:cubicBezTo>
                  <a:pt x="10715984" y="9513339"/>
                  <a:pt x="10457314" y="9434419"/>
                  <a:pt x="10048240" y="9448800"/>
                </a:cubicBezTo>
                <a:cubicBezTo>
                  <a:pt x="9639166" y="9463181"/>
                  <a:pt x="10010594" y="9448608"/>
                  <a:pt x="9989820" y="9448800"/>
                </a:cubicBezTo>
                <a:cubicBezTo>
                  <a:pt x="9969046" y="9448992"/>
                  <a:pt x="9953130" y="9448341"/>
                  <a:pt x="9931400" y="9448800"/>
                </a:cubicBezTo>
                <a:cubicBezTo>
                  <a:pt x="9909670" y="9449259"/>
                  <a:pt x="9885017" y="9443761"/>
                  <a:pt x="9872980" y="9448800"/>
                </a:cubicBezTo>
                <a:cubicBezTo>
                  <a:pt x="9860943" y="9453839"/>
                  <a:pt x="9694600" y="9438623"/>
                  <a:pt x="9639300" y="9448800"/>
                </a:cubicBezTo>
                <a:cubicBezTo>
                  <a:pt x="9584000" y="9458977"/>
                  <a:pt x="9198577" y="9387293"/>
                  <a:pt x="9055100" y="9448800"/>
                </a:cubicBezTo>
                <a:cubicBezTo>
                  <a:pt x="8911623" y="9510307"/>
                  <a:pt x="8894549" y="9427707"/>
                  <a:pt x="8821420" y="9448800"/>
                </a:cubicBezTo>
                <a:cubicBezTo>
                  <a:pt x="8748291" y="9469893"/>
                  <a:pt x="8388468" y="9358677"/>
                  <a:pt x="8061960" y="9448800"/>
                </a:cubicBezTo>
                <a:cubicBezTo>
                  <a:pt x="7735452" y="9538923"/>
                  <a:pt x="7886700" y="9437909"/>
                  <a:pt x="7828280" y="9448800"/>
                </a:cubicBezTo>
                <a:cubicBezTo>
                  <a:pt x="7769860" y="9459691"/>
                  <a:pt x="7244167" y="9412165"/>
                  <a:pt x="6893560" y="9448800"/>
                </a:cubicBezTo>
                <a:cubicBezTo>
                  <a:pt x="6542953" y="9485435"/>
                  <a:pt x="6860241" y="9442590"/>
                  <a:pt x="6835140" y="9448800"/>
                </a:cubicBezTo>
                <a:cubicBezTo>
                  <a:pt x="6810039" y="9455010"/>
                  <a:pt x="6579402" y="9421980"/>
                  <a:pt x="6426200" y="9448800"/>
                </a:cubicBezTo>
                <a:cubicBezTo>
                  <a:pt x="6272998" y="9475620"/>
                  <a:pt x="5947593" y="9363879"/>
                  <a:pt x="5491480" y="9448800"/>
                </a:cubicBezTo>
                <a:cubicBezTo>
                  <a:pt x="5035367" y="9533721"/>
                  <a:pt x="5459885" y="9442265"/>
                  <a:pt x="5433060" y="9448800"/>
                </a:cubicBezTo>
                <a:cubicBezTo>
                  <a:pt x="5406235" y="9455335"/>
                  <a:pt x="4709370" y="9431858"/>
                  <a:pt x="4498340" y="9448800"/>
                </a:cubicBezTo>
                <a:cubicBezTo>
                  <a:pt x="4287310" y="9465742"/>
                  <a:pt x="4372964" y="9433905"/>
                  <a:pt x="4264660" y="9448800"/>
                </a:cubicBezTo>
                <a:cubicBezTo>
                  <a:pt x="4156356" y="9463695"/>
                  <a:pt x="3756726" y="9443237"/>
                  <a:pt x="3505200" y="9448800"/>
                </a:cubicBezTo>
                <a:cubicBezTo>
                  <a:pt x="3253674" y="9454363"/>
                  <a:pt x="2939141" y="9429286"/>
                  <a:pt x="2745740" y="9448800"/>
                </a:cubicBezTo>
                <a:cubicBezTo>
                  <a:pt x="2552339" y="9468314"/>
                  <a:pt x="2439008" y="9446030"/>
                  <a:pt x="2161540" y="9448800"/>
                </a:cubicBezTo>
                <a:cubicBezTo>
                  <a:pt x="1884072" y="9451570"/>
                  <a:pt x="1896054" y="9420451"/>
                  <a:pt x="1752600" y="9448800"/>
                </a:cubicBezTo>
                <a:cubicBezTo>
                  <a:pt x="1609146" y="9477149"/>
                  <a:pt x="1428326" y="9407393"/>
                  <a:pt x="1343660" y="9448800"/>
                </a:cubicBezTo>
                <a:cubicBezTo>
                  <a:pt x="1258994" y="9490207"/>
                  <a:pt x="1298932" y="9444631"/>
                  <a:pt x="1285240" y="9448800"/>
                </a:cubicBezTo>
                <a:cubicBezTo>
                  <a:pt x="1271548" y="9452969"/>
                  <a:pt x="385281" y="9382899"/>
                  <a:pt x="0" y="9448800"/>
                </a:cubicBezTo>
                <a:cubicBezTo>
                  <a:pt x="-28541" y="9282965"/>
                  <a:pt x="40023" y="8902109"/>
                  <a:pt x="0" y="8669274"/>
                </a:cubicBezTo>
                <a:cubicBezTo>
                  <a:pt x="-40023" y="8436439"/>
                  <a:pt x="21318" y="8350627"/>
                  <a:pt x="0" y="8078724"/>
                </a:cubicBezTo>
                <a:cubicBezTo>
                  <a:pt x="-21318" y="7806821"/>
                  <a:pt x="27180" y="7844743"/>
                  <a:pt x="0" y="7677150"/>
                </a:cubicBezTo>
                <a:cubicBezTo>
                  <a:pt x="-27180" y="7509557"/>
                  <a:pt x="33128" y="7497997"/>
                  <a:pt x="0" y="7370064"/>
                </a:cubicBezTo>
                <a:cubicBezTo>
                  <a:pt x="-33128" y="7242131"/>
                  <a:pt x="1686" y="6967724"/>
                  <a:pt x="0" y="6779514"/>
                </a:cubicBezTo>
                <a:cubicBezTo>
                  <a:pt x="-1686" y="6591304"/>
                  <a:pt x="16539" y="6489541"/>
                  <a:pt x="0" y="6377940"/>
                </a:cubicBezTo>
                <a:cubicBezTo>
                  <a:pt x="-16539" y="6266339"/>
                  <a:pt x="69443" y="6011655"/>
                  <a:pt x="0" y="5787390"/>
                </a:cubicBezTo>
                <a:cubicBezTo>
                  <a:pt x="-69443" y="5563125"/>
                  <a:pt x="88093" y="5288701"/>
                  <a:pt x="0" y="5007864"/>
                </a:cubicBezTo>
                <a:cubicBezTo>
                  <a:pt x="-88093" y="4727027"/>
                  <a:pt x="37495" y="4636157"/>
                  <a:pt x="0" y="4322826"/>
                </a:cubicBezTo>
                <a:cubicBezTo>
                  <a:pt x="-37495" y="4009495"/>
                  <a:pt x="43669" y="3782552"/>
                  <a:pt x="0" y="3637788"/>
                </a:cubicBezTo>
                <a:cubicBezTo>
                  <a:pt x="-43669" y="3493024"/>
                  <a:pt x="4838" y="3450148"/>
                  <a:pt x="0" y="3330702"/>
                </a:cubicBezTo>
                <a:cubicBezTo>
                  <a:pt x="-4838" y="3211256"/>
                  <a:pt x="18609" y="2874411"/>
                  <a:pt x="0" y="2740152"/>
                </a:cubicBezTo>
                <a:cubicBezTo>
                  <a:pt x="-18609" y="2605893"/>
                  <a:pt x="22824" y="2377692"/>
                  <a:pt x="0" y="2149602"/>
                </a:cubicBezTo>
                <a:cubicBezTo>
                  <a:pt x="-22824" y="1921512"/>
                  <a:pt x="56547" y="1825115"/>
                  <a:pt x="0" y="1653540"/>
                </a:cubicBezTo>
                <a:cubicBezTo>
                  <a:pt x="-56547" y="1481965"/>
                  <a:pt x="23965" y="1321129"/>
                  <a:pt x="0" y="1062990"/>
                </a:cubicBezTo>
                <a:cubicBezTo>
                  <a:pt x="-23965" y="804851"/>
                  <a:pt x="30208" y="756717"/>
                  <a:pt x="0" y="661416"/>
                </a:cubicBezTo>
                <a:cubicBezTo>
                  <a:pt x="-30208" y="566115"/>
                  <a:pt x="58988" y="30206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0749266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3CD39B4-C291-8864-14C2-D064A88A9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297" y="4686300"/>
            <a:ext cx="7757561" cy="775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8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2803BF-0E50-B608-98A3-FEEAF188B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524000" y="8299566"/>
            <a:ext cx="15027942" cy="1987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597596-8652-27E7-D8E9-DD15471D637B}"/>
              </a:ext>
            </a:extLst>
          </p:cNvPr>
          <p:cNvSpPr txBox="1"/>
          <p:nvPr/>
        </p:nvSpPr>
        <p:spPr>
          <a:xfrm>
            <a:off x="3467100" y="362509"/>
            <a:ext cx="11353800" cy="188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09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opes"/>
                <a:ea typeface="Slopes"/>
                <a:cs typeface="Slopes"/>
                <a:sym typeface="Slopes"/>
              </a:rPr>
              <a:t>ANALYTICAL TECHNIQUES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5E3FF-0DBD-A5B5-2B96-F2E0CD5B8346}"/>
              </a:ext>
            </a:extLst>
          </p:cNvPr>
          <p:cNvSpPr txBox="1"/>
          <p:nvPr/>
        </p:nvSpPr>
        <p:spPr>
          <a:xfrm>
            <a:off x="2419902" y="5463878"/>
            <a:ext cx="13487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chosen as the model.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4AED88-FA0D-8310-A60F-6F46F7A722B9}"/>
              </a:ext>
            </a:extLst>
          </p:cNvPr>
          <p:cNvSpPr txBox="1"/>
          <p:nvPr/>
        </p:nvSpPr>
        <p:spPr>
          <a:xfrm>
            <a:off x="1108158" y="3108419"/>
            <a:ext cx="132588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cleaned and prepared using Excel.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 were created in Excel to explore relationships between variables.</a:t>
            </a:r>
            <a:endParaRPr lang="en-US" dirty="0"/>
          </a:p>
        </p:txBody>
      </p:sp>
      <p:pic>
        <p:nvPicPr>
          <p:cNvPr id="21" name="Graphic 20" descr="Presentation with bar chart outline">
            <a:extLst>
              <a:ext uri="{FF2B5EF4-FFF2-40B4-BE49-F238E27FC236}">
                <a16:creationId xmlns:a16="http://schemas.microsoft.com/office/drawing/2014/main" id="{C777A7EF-65C2-085C-34CC-FBFF40590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03266" y="2648712"/>
            <a:ext cx="2514600" cy="25146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B2B67EA-C63F-6B44-F50E-EE6F03125D9A}"/>
              </a:ext>
            </a:extLst>
          </p:cNvPr>
          <p:cNvSpPr/>
          <p:nvPr/>
        </p:nvSpPr>
        <p:spPr>
          <a:xfrm>
            <a:off x="381000" y="419100"/>
            <a:ext cx="17526000" cy="9448800"/>
          </a:xfrm>
          <a:custGeom>
            <a:avLst/>
            <a:gdLst>
              <a:gd name="connsiteX0" fmla="*/ 0 w 17526000"/>
              <a:gd name="connsiteY0" fmla="*/ 0 h 9448800"/>
              <a:gd name="connsiteX1" fmla="*/ 58420 w 17526000"/>
              <a:gd name="connsiteY1" fmla="*/ 0 h 9448800"/>
              <a:gd name="connsiteX2" fmla="*/ 116840 w 17526000"/>
              <a:gd name="connsiteY2" fmla="*/ 0 h 9448800"/>
              <a:gd name="connsiteX3" fmla="*/ 701040 w 17526000"/>
              <a:gd name="connsiteY3" fmla="*/ 0 h 9448800"/>
              <a:gd name="connsiteX4" fmla="*/ 1460500 w 17526000"/>
              <a:gd name="connsiteY4" fmla="*/ 0 h 9448800"/>
              <a:gd name="connsiteX5" fmla="*/ 2044700 w 17526000"/>
              <a:gd name="connsiteY5" fmla="*/ 0 h 9448800"/>
              <a:gd name="connsiteX6" fmla="*/ 2628900 w 17526000"/>
              <a:gd name="connsiteY6" fmla="*/ 0 h 9448800"/>
              <a:gd name="connsiteX7" fmla="*/ 3563620 w 17526000"/>
              <a:gd name="connsiteY7" fmla="*/ 0 h 9448800"/>
              <a:gd name="connsiteX8" fmla="*/ 4498340 w 17526000"/>
              <a:gd name="connsiteY8" fmla="*/ 0 h 9448800"/>
              <a:gd name="connsiteX9" fmla="*/ 4732020 w 17526000"/>
              <a:gd name="connsiteY9" fmla="*/ 0 h 9448800"/>
              <a:gd name="connsiteX10" fmla="*/ 5666740 w 17526000"/>
              <a:gd name="connsiteY10" fmla="*/ 0 h 9448800"/>
              <a:gd name="connsiteX11" fmla="*/ 6075680 w 17526000"/>
              <a:gd name="connsiteY11" fmla="*/ 0 h 9448800"/>
              <a:gd name="connsiteX12" fmla="*/ 6835140 w 17526000"/>
              <a:gd name="connsiteY12" fmla="*/ 0 h 9448800"/>
              <a:gd name="connsiteX13" fmla="*/ 7244080 w 17526000"/>
              <a:gd name="connsiteY13" fmla="*/ 0 h 9448800"/>
              <a:gd name="connsiteX14" fmla="*/ 8003540 w 17526000"/>
              <a:gd name="connsiteY14" fmla="*/ 0 h 9448800"/>
              <a:gd name="connsiteX15" fmla="*/ 8587740 w 17526000"/>
              <a:gd name="connsiteY15" fmla="*/ 0 h 9448800"/>
              <a:gd name="connsiteX16" fmla="*/ 9522460 w 17526000"/>
              <a:gd name="connsiteY16" fmla="*/ 0 h 9448800"/>
              <a:gd name="connsiteX17" fmla="*/ 9580880 w 17526000"/>
              <a:gd name="connsiteY17" fmla="*/ 0 h 9448800"/>
              <a:gd name="connsiteX18" fmla="*/ 9814560 w 17526000"/>
              <a:gd name="connsiteY18" fmla="*/ 0 h 9448800"/>
              <a:gd name="connsiteX19" fmla="*/ 10048240 w 17526000"/>
              <a:gd name="connsiteY19" fmla="*/ 0 h 9448800"/>
              <a:gd name="connsiteX20" fmla="*/ 10457180 w 17526000"/>
              <a:gd name="connsiteY20" fmla="*/ 0 h 9448800"/>
              <a:gd name="connsiteX21" fmla="*/ 10690860 w 17526000"/>
              <a:gd name="connsiteY21" fmla="*/ 0 h 9448800"/>
              <a:gd name="connsiteX22" fmla="*/ 11625580 w 17526000"/>
              <a:gd name="connsiteY22" fmla="*/ 0 h 9448800"/>
              <a:gd name="connsiteX23" fmla="*/ 12385040 w 17526000"/>
              <a:gd name="connsiteY23" fmla="*/ 0 h 9448800"/>
              <a:gd name="connsiteX24" fmla="*/ 12618720 w 17526000"/>
              <a:gd name="connsiteY24" fmla="*/ 0 h 9448800"/>
              <a:gd name="connsiteX25" fmla="*/ 12677140 w 17526000"/>
              <a:gd name="connsiteY25" fmla="*/ 0 h 9448800"/>
              <a:gd name="connsiteX26" fmla="*/ 12910820 w 17526000"/>
              <a:gd name="connsiteY26" fmla="*/ 0 h 9448800"/>
              <a:gd name="connsiteX27" fmla="*/ 12969240 w 17526000"/>
              <a:gd name="connsiteY27" fmla="*/ 0 h 9448800"/>
              <a:gd name="connsiteX28" fmla="*/ 13027660 w 17526000"/>
              <a:gd name="connsiteY28" fmla="*/ 0 h 9448800"/>
              <a:gd name="connsiteX29" fmla="*/ 13261340 w 17526000"/>
              <a:gd name="connsiteY29" fmla="*/ 0 h 9448800"/>
              <a:gd name="connsiteX30" fmla="*/ 13670280 w 17526000"/>
              <a:gd name="connsiteY30" fmla="*/ 0 h 9448800"/>
              <a:gd name="connsiteX31" fmla="*/ 13903960 w 17526000"/>
              <a:gd name="connsiteY31" fmla="*/ 0 h 9448800"/>
              <a:gd name="connsiteX32" fmla="*/ 14838680 w 17526000"/>
              <a:gd name="connsiteY32" fmla="*/ 0 h 9448800"/>
              <a:gd name="connsiteX33" fmla="*/ 15247620 w 17526000"/>
              <a:gd name="connsiteY33" fmla="*/ 0 h 9448800"/>
              <a:gd name="connsiteX34" fmla="*/ 15306040 w 17526000"/>
              <a:gd name="connsiteY34" fmla="*/ 0 h 9448800"/>
              <a:gd name="connsiteX35" fmla="*/ 15890240 w 17526000"/>
              <a:gd name="connsiteY35" fmla="*/ 0 h 9448800"/>
              <a:gd name="connsiteX36" fmla="*/ 16649700 w 17526000"/>
              <a:gd name="connsiteY36" fmla="*/ 0 h 9448800"/>
              <a:gd name="connsiteX37" fmla="*/ 16883380 w 17526000"/>
              <a:gd name="connsiteY37" fmla="*/ 0 h 9448800"/>
              <a:gd name="connsiteX38" fmla="*/ 16941800 w 17526000"/>
              <a:gd name="connsiteY38" fmla="*/ 0 h 9448800"/>
              <a:gd name="connsiteX39" fmla="*/ 17000220 w 17526000"/>
              <a:gd name="connsiteY39" fmla="*/ 0 h 9448800"/>
              <a:gd name="connsiteX40" fmla="*/ 17526000 w 17526000"/>
              <a:gd name="connsiteY40" fmla="*/ 0 h 9448800"/>
              <a:gd name="connsiteX41" fmla="*/ 17526000 w 17526000"/>
              <a:gd name="connsiteY41" fmla="*/ 401574 h 9448800"/>
              <a:gd name="connsiteX42" fmla="*/ 17526000 w 17526000"/>
              <a:gd name="connsiteY42" fmla="*/ 1181100 h 9448800"/>
              <a:gd name="connsiteX43" fmla="*/ 17526000 w 17526000"/>
              <a:gd name="connsiteY43" fmla="*/ 1866138 h 9448800"/>
              <a:gd name="connsiteX44" fmla="*/ 17526000 w 17526000"/>
              <a:gd name="connsiteY44" fmla="*/ 2551176 h 9448800"/>
              <a:gd name="connsiteX45" fmla="*/ 17526000 w 17526000"/>
              <a:gd name="connsiteY45" fmla="*/ 2952750 h 9448800"/>
              <a:gd name="connsiteX46" fmla="*/ 17526000 w 17526000"/>
              <a:gd name="connsiteY46" fmla="*/ 3259836 h 9448800"/>
              <a:gd name="connsiteX47" fmla="*/ 17526000 w 17526000"/>
              <a:gd name="connsiteY47" fmla="*/ 3755898 h 9448800"/>
              <a:gd name="connsiteX48" fmla="*/ 17526000 w 17526000"/>
              <a:gd name="connsiteY48" fmla="*/ 4535424 h 9448800"/>
              <a:gd name="connsiteX49" fmla="*/ 17526000 w 17526000"/>
              <a:gd name="connsiteY49" fmla="*/ 5125974 h 9448800"/>
              <a:gd name="connsiteX50" fmla="*/ 17526000 w 17526000"/>
              <a:gd name="connsiteY50" fmla="*/ 5433060 h 9448800"/>
              <a:gd name="connsiteX51" fmla="*/ 17526000 w 17526000"/>
              <a:gd name="connsiteY51" fmla="*/ 5929122 h 9448800"/>
              <a:gd name="connsiteX52" fmla="*/ 17526000 w 17526000"/>
              <a:gd name="connsiteY52" fmla="*/ 6708648 h 9448800"/>
              <a:gd name="connsiteX53" fmla="*/ 17526000 w 17526000"/>
              <a:gd name="connsiteY53" fmla="*/ 7015734 h 9448800"/>
              <a:gd name="connsiteX54" fmla="*/ 17526000 w 17526000"/>
              <a:gd name="connsiteY54" fmla="*/ 7511796 h 9448800"/>
              <a:gd name="connsiteX55" fmla="*/ 17526000 w 17526000"/>
              <a:gd name="connsiteY55" fmla="*/ 7913370 h 9448800"/>
              <a:gd name="connsiteX56" fmla="*/ 17526000 w 17526000"/>
              <a:gd name="connsiteY56" fmla="*/ 8598408 h 9448800"/>
              <a:gd name="connsiteX57" fmla="*/ 17526000 w 17526000"/>
              <a:gd name="connsiteY57" fmla="*/ 9448800 h 9448800"/>
              <a:gd name="connsiteX58" fmla="*/ 17467580 w 17526000"/>
              <a:gd name="connsiteY58" fmla="*/ 9448800 h 9448800"/>
              <a:gd name="connsiteX59" fmla="*/ 16708120 w 17526000"/>
              <a:gd name="connsiteY59" fmla="*/ 9448800 h 9448800"/>
              <a:gd name="connsiteX60" fmla="*/ 15948660 w 17526000"/>
              <a:gd name="connsiteY60" fmla="*/ 9448800 h 9448800"/>
              <a:gd name="connsiteX61" fmla="*/ 15714980 w 17526000"/>
              <a:gd name="connsiteY61" fmla="*/ 9448800 h 9448800"/>
              <a:gd name="connsiteX62" fmla="*/ 15306040 w 17526000"/>
              <a:gd name="connsiteY62" fmla="*/ 9448800 h 9448800"/>
              <a:gd name="connsiteX63" fmla="*/ 14371320 w 17526000"/>
              <a:gd name="connsiteY63" fmla="*/ 9448800 h 9448800"/>
              <a:gd name="connsiteX64" fmla="*/ 13611860 w 17526000"/>
              <a:gd name="connsiteY64" fmla="*/ 9448800 h 9448800"/>
              <a:gd name="connsiteX65" fmla="*/ 13378180 w 17526000"/>
              <a:gd name="connsiteY65" fmla="*/ 9448800 h 9448800"/>
              <a:gd name="connsiteX66" fmla="*/ 12793980 w 17526000"/>
              <a:gd name="connsiteY66" fmla="*/ 9448800 h 9448800"/>
              <a:gd name="connsiteX67" fmla="*/ 12735560 w 17526000"/>
              <a:gd name="connsiteY67" fmla="*/ 9448800 h 9448800"/>
              <a:gd name="connsiteX68" fmla="*/ 12151360 w 17526000"/>
              <a:gd name="connsiteY68" fmla="*/ 9448800 h 9448800"/>
              <a:gd name="connsiteX69" fmla="*/ 11742420 w 17526000"/>
              <a:gd name="connsiteY69" fmla="*/ 9448800 h 9448800"/>
              <a:gd name="connsiteX70" fmla="*/ 10982960 w 17526000"/>
              <a:gd name="connsiteY70" fmla="*/ 9448800 h 9448800"/>
              <a:gd name="connsiteX71" fmla="*/ 10048240 w 17526000"/>
              <a:gd name="connsiteY71" fmla="*/ 9448800 h 9448800"/>
              <a:gd name="connsiteX72" fmla="*/ 9989820 w 17526000"/>
              <a:gd name="connsiteY72" fmla="*/ 9448800 h 9448800"/>
              <a:gd name="connsiteX73" fmla="*/ 9931400 w 17526000"/>
              <a:gd name="connsiteY73" fmla="*/ 9448800 h 9448800"/>
              <a:gd name="connsiteX74" fmla="*/ 9872980 w 17526000"/>
              <a:gd name="connsiteY74" fmla="*/ 9448800 h 9448800"/>
              <a:gd name="connsiteX75" fmla="*/ 9639300 w 17526000"/>
              <a:gd name="connsiteY75" fmla="*/ 9448800 h 9448800"/>
              <a:gd name="connsiteX76" fmla="*/ 9055100 w 17526000"/>
              <a:gd name="connsiteY76" fmla="*/ 9448800 h 9448800"/>
              <a:gd name="connsiteX77" fmla="*/ 8821420 w 17526000"/>
              <a:gd name="connsiteY77" fmla="*/ 9448800 h 9448800"/>
              <a:gd name="connsiteX78" fmla="*/ 8061960 w 17526000"/>
              <a:gd name="connsiteY78" fmla="*/ 9448800 h 9448800"/>
              <a:gd name="connsiteX79" fmla="*/ 7828280 w 17526000"/>
              <a:gd name="connsiteY79" fmla="*/ 9448800 h 9448800"/>
              <a:gd name="connsiteX80" fmla="*/ 6893560 w 17526000"/>
              <a:gd name="connsiteY80" fmla="*/ 9448800 h 9448800"/>
              <a:gd name="connsiteX81" fmla="*/ 6835140 w 17526000"/>
              <a:gd name="connsiteY81" fmla="*/ 9448800 h 9448800"/>
              <a:gd name="connsiteX82" fmla="*/ 6426200 w 17526000"/>
              <a:gd name="connsiteY82" fmla="*/ 9448800 h 9448800"/>
              <a:gd name="connsiteX83" fmla="*/ 5491480 w 17526000"/>
              <a:gd name="connsiteY83" fmla="*/ 9448800 h 9448800"/>
              <a:gd name="connsiteX84" fmla="*/ 5433060 w 17526000"/>
              <a:gd name="connsiteY84" fmla="*/ 9448800 h 9448800"/>
              <a:gd name="connsiteX85" fmla="*/ 4498340 w 17526000"/>
              <a:gd name="connsiteY85" fmla="*/ 9448800 h 9448800"/>
              <a:gd name="connsiteX86" fmla="*/ 4264660 w 17526000"/>
              <a:gd name="connsiteY86" fmla="*/ 9448800 h 9448800"/>
              <a:gd name="connsiteX87" fmla="*/ 3505200 w 17526000"/>
              <a:gd name="connsiteY87" fmla="*/ 9448800 h 9448800"/>
              <a:gd name="connsiteX88" fmla="*/ 2745740 w 17526000"/>
              <a:gd name="connsiteY88" fmla="*/ 9448800 h 9448800"/>
              <a:gd name="connsiteX89" fmla="*/ 2161540 w 17526000"/>
              <a:gd name="connsiteY89" fmla="*/ 9448800 h 9448800"/>
              <a:gd name="connsiteX90" fmla="*/ 1752600 w 17526000"/>
              <a:gd name="connsiteY90" fmla="*/ 9448800 h 9448800"/>
              <a:gd name="connsiteX91" fmla="*/ 1343660 w 17526000"/>
              <a:gd name="connsiteY91" fmla="*/ 9448800 h 9448800"/>
              <a:gd name="connsiteX92" fmla="*/ 1285240 w 17526000"/>
              <a:gd name="connsiteY92" fmla="*/ 9448800 h 9448800"/>
              <a:gd name="connsiteX93" fmla="*/ 0 w 17526000"/>
              <a:gd name="connsiteY93" fmla="*/ 9448800 h 9448800"/>
              <a:gd name="connsiteX94" fmla="*/ 0 w 17526000"/>
              <a:gd name="connsiteY94" fmla="*/ 8669274 h 9448800"/>
              <a:gd name="connsiteX95" fmla="*/ 0 w 17526000"/>
              <a:gd name="connsiteY95" fmla="*/ 8078724 h 9448800"/>
              <a:gd name="connsiteX96" fmla="*/ 0 w 17526000"/>
              <a:gd name="connsiteY96" fmla="*/ 7677150 h 9448800"/>
              <a:gd name="connsiteX97" fmla="*/ 0 w 17526000"/>
              <a:gd name="connsiteY97" fmla="*/ 7370064 h 9448800"/>
              <a:gd name="connsiteX98" fmla="*/ 0 w 17526000"/>
              <a:gd name="connsiteY98" fmla="*/ 6779514 h 9448800"/>
              <a:gd name="connsiteX99" fmla="*/ 0 w 17526000"/>
              <a:gd name="connsiteY99" fmla="*/ 6377940 h 9448800"/>
              <a:gd name="connsiteX100" fmla="*/ 0 w 17526000"/>
              <a:gd name="connsiteY100" fmla="*/ 5787390 h 9448800"/>
              <a:gd name="connsiteX101" fmla="*/ 0 w 17526000"/>
              <a:gd name="connsiteY101" fmla="*/ 5007864 h 9448800"/>
              <a:gd name="connsiteX102" fmla="*/ 0 w 17526000"/>
              <a:gd name="connsiteY102" fmla="*/ 4322826 h 9448800"/>
              <a:gd name="connsiteX103" fmla="*/ 0 w 17526000"/>
              <a:gd name="connsiteY103" fmla="*/ 3637788 h 9448800"/>
              <a:gd name="connsiteX104" fmla="*/ 0 w 17526000"/>
              <a:gd name="connsiteY104" fmla="*/ 3330702 h 9448800"/>
              <a:gd name="connsiteX105" fmla="*/ 0 w 17526000"/>
              <a:gd name="connsiteY105" fmla="*/ 2740152 h 9448800"/>
              <a:gd name="connsiteX106" fmla="*/ 0 w 17526000"/>
              <a:gd name="connsiteY106" fmla="*/ 2149602 h 9448800"/>
              <a:gd name="connsiteX107" fmla="*/ 0 w 17526000"/>
              <a:gd name="connsiteY107" fmla="*/ 1653540 h 9448800"/>
              <a:gd name="connsiteX108" fmla="*/ 0 w 17526000"/>
              <a:gd name="connsiteY108" fmla="*/ 1062990 h 9448800"/>
              <a:gd name="connsiteX109" fmla="*/ 0 w 17526000"/>
              <a:gd name="connsiteY109" fmla="*/ 661416 h 9448800"/>
              <a:gd name="connsiteX110" fmla="*/ 0 w 17526000"/>
              <a:gd name="connsiteY110" fmla="*/ 0 h 94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7526000" h="9448800" extrusionOk="0">
                <a:moveTo>
                  <a:pt x="0" y="0"/>
                </a:moveTo>
                <a:cubicBezTo>
                  <a:pt x="16686" y="-4108"/>
                  <a:pt x="45684" y="6353"/>
                  <a:pt x="58420" y="0"/>
                </a:cubicBezTo>
                <a:cubicBezTo>
                  <a:pt x="71156" y="-6353"/>
                  <a:pt x="92892" y="6639"/>
                  <a:pt x="116840" y="0"/>
                </a:cubicBezTo>
                <a:cubicBezTo>
                  <a:pt x="140788" y="-6639"/>
                  <a:pt x="531300" y="8496"/>
                  <a:pt x="701040" y="0"/>
                </a:cubicBezTo>
                <a:cubicBezTo>
                  <a:pt x="870780" y="-8496"/>
                  <a:pt x="1090118" y="77926"/>
                  <a:pt x="1460500" y="0"/>
                </a:cubicBezTo>
                <a:cubicBezTo>
                  <a:pt x="1830882" y="-77926"/>
                  <a:pt x="1854989" y="16917"/>
                  <a:pt x="2044700" y="0"/>
                </a:cubicBezTo>
                <a:cubicBezTo>
                  <a:pt x="2234411" y="-16917"/>
                  <a:pt x="2423897" y="17285"/>
                  <a:pt x="2628900" y="0"/>
                </a:cubicBezTo>
                <a:cubicBezTo>
                  <a:pt x="2833903" y="-17285"/>
                  <a:pt x="3165545" y="78408"/>
                  <a:pt x="3563620" y="0"/>
                </a:cubicBezTo>
                <a:cubicBezTo>
                  <a:pt x="3961695" y="-78408"/>
                  <a:pt x="4168624" y="100389"/>
                  <a:pt x="4498340" y="0"/>
                </a:cubicBezTo>
                <a:cubicBezTo>
                  <a:pt x="4828056" y="-100389"/>
                  <a:pt x="4631136" y="26363"/>
                  <a:pt x="4732020" y="0"/>
                </a:cubicBezTo>
                <a:cubicBezTo>
                  <a:pt x="4832904" y="-26363"/>
                  <a:pt x="5466109" y="75160"/>
                  <a:pt x="5666740" y="0"/>
                </a:cubicBezTo>
                <a:cubicBezTo>
                  <a:pt x="5867371" y="-75160"/>
                  <a:pt x="5949455" y="16841"/>
                  <a:pt x="6075680" y="0"/>
                </a:cubicBezTo>
                <a:cubicBezTo>
                  <a:pt x="6201905" y="-16841"/>
                  <a:pt x="6461768" y="80972"/>
                  <a:pt x="6835140" y="0"/>
                </a:cubicBezTo>
                <a:cubicBezTo>
                  <a:pt x="7208512" y="-80972"/>
                  <a:pt x="7055497" y="33485"/>
                  <a:pt x="7244080" y="0"/>
                </a:cubicBezTo>
                <a:cubicBezTo>
                  <a:pt x="7432663" y="-33485"/>
                  <a:pt x="7732957" y="81218"/>
                  <a:pt x="8003540" y="0"/>
                </a:cubicBezTo>
                <a:cubicBezTo>
                  <a:pt x="8274123" y="-81218"/>
                  <a:pt x="8346639" y="7212"/>
                  <a:pt x="8587740" y="0"/>
                </a:cubicBezTo>
                <a:cubicBezTo>
                  <a:pt x="8828841" y="-7212"/>
                  <a:pt x="9216172" y="90563"/>
                  <a:pt x="9522460" y="0"/>
                </a:cubicBezTo>
                <a:cubicBezTo>
                  <a:pt x="9828748" y="-90563"/>
                  <a:pt x="9563612" y="3760"/>
                  <a:pt x="9580880" y="0"/>
                </a:cubicBezTo>
                <a:cubicBezTo>
                  <a:pt x="9598148" y="-3760"/>
                  <a:pt x="9703349" y="6998"/>
                  <a:pt x="9814560" y="0"/>
                </a:cubicBezTo>
                <a:cubicBezTo>
                  <a:pt x="9925771" y="-6998"/>
                  <a:pt x="9964089" y="2725"/>
                  <a:pt x="10048240" y="0"/>
                </a:cubicBezTo>
                <a:cubicBezTo>
                  <a:pt x="10132391" y="-2725"/>
                  <a:pt x="10374950" y="19012"/>
                  <a:pt x="10457180" y="0"/>
                </a:cubicBezTo>
                <a:cubicBezTo>
                  <a:pt x="10539410" y="-19012"/>
                  <a:pt x="10641404" y="7521"/>
                  <a:pt x="10690860" y="0"/>
                </a:cubicBezTo>
                <a:cubicBezTo>
                  <a:pt x="10740316" y="-7521"/>
                  <a:pt x="11209144" y="107653"/>
                  <a:pt x="11625580" y="0"/>
                </a:cubicBezTo>
                <a:cubicBezTo>
                  <a:pt x="12042016" y="-107653"/>
                  <a:pt x="12036676" y="20598"/>
                  <a:pt x="12385040" y="0"/>
                </a:cubicBezTo>
                <a:cubicBezTo>
                  <a:pt x="12733404" y="-20598"/>
                  <a:pt x="12565762" y="23155"/>
                  <a:pt x="12618720" y="0"/>
                </a:cubicBezTo>
                <a:cubicBezTo>
                  <a:pt x="12671678" y="-23155"/>
                  <a:pt x="12656546" y="64"/>
                  <a:pt x="12677140" y="0"/>
                </a:cubicBezTo>
                <a:cubicBezTo>
                  <a:pt x="12697734" y="-64"/>
                  <a:pt x="12858959" y="1872"/>
                  <a:pt x="12910820" y="0"/>
                </a:cubicBezTo>
                <a:cubicBezTo>
                  <a:pt x="12962681" y="-1872"/>
                  <a:pt x="12952986" y="6384"/>
                  <a:pt x="12969240" y="0"/>
                </a:cubicBezTo>
                <a:cubicBezTo>
                  <a:pt x="12985494" y="-6384"/>
                  <a:pt x="13005888" y="2140"/>
                  <a:pt x="13027660" y="0"/>
                </a:cubicBezTo>
                <a:cubicBezTo>
                  <a:pt x="13049432" y="-2140"/>
                  <a:pt x="13188994" y="7773"/>
                  <a:pt x="13261340" y="0"/>
                </a:cubicBezTo>
                <a:cubicBezTo>
                  <a:pt x="13333686" y="-7773"/>
                  <a:pt x="13484827" y="20478"/>
                  <a:pt x="13670280" y="0"/>
                </a:cubicBezTo>
                <a:cubicBezTo>
                  <a:pt x="13855733" y="-20478"/>
                  <a:pt x="13849464" y="2413"/>
                  <a:pt x="13903960" y="0"/>
                </a:cubicBezTo>
                <a:cubicBezTo>
                  <a:pt x="13958456" y="-2413"/>
                  <a:pt x="14579399" y="27055"/>
                  <a:pt x="14838680" y="0"/>
                </a:cubicBezTo>
                <a:cubicBezTo>
                  <a:pt x="15097961" y="-27055"/>
                  <a:pt x="15147376" y="4662"/>
                  <a:pt x="15247620" y="0"/>
                </a:cubicBezTo>
                <a:cubicBezTo>
                  <a:pt x="15347864" y="-4662"/>
                  <a:pt x="15283210" y="1158"/>
                  <a:pt x="15306040" y="0"/>
                </a:cubicBezTo>
                <a:cubicBezTo>
                  <a:pt x="15328870" y="-1158"/>
                  <a:pt x="15675771" y="3634"/>
                  <a:pt x="15890240" y="0"/>
                </a:cubicBezTo>
                <a:cubicBezTo>
                  <a:pt x="16104709" y="-3634"/>
                  <a:pt x="16454908" y="90343"/>
                  <a:pt x="16649700" y="0"/>
                </a:cubicBezTo>
                <a:cubicBezTo>
                  <a:pt x="16844492" y="-90343"/>
                  <a:pt x="16818030" y="20982"/>
                  <a:pt x="16883380" y="0"/>
                </a:cubicBezTo>
                <a:cubicBezTo>
                  <a:pt x="16948730" y="-20982"/>
                  <a:pt x="16913393" y="127"/>
                  <a:pt x="16941800" y="0"/>
                </a:cubicBezTo>
                <a:cubicBezTo>
                  <a:pt x="16970207" y="-127"/>
                  <a:pt x="16972669" y="1861"/>
                  <a:pt x="17000220" y="0"/>
                </a:cubicBezTo>
                <a:cubicBezTo>
                  <a:pt x="17027771" y="-1861"/>
                  <a:pt x="17411134" y="41330"/>
                  <a:pt x="17526000" y="0"/>
                </a:cubicBezTo>
                <a:cubicBezTo>
                  <a:pt x="17543048" y="186469"/>
                  <a:pt x="17485717" y="302618"/>
                  <a:pt x="17526000" y="401574"/>
                </a:cubicBezTo>
                <a:cubicBezTo>
                  <a:pt x="17566283" y="500530"/>
                  <a:pt x="17437635" y="865709"/>
                  <a:pt x="17526000" y="1181100"/>
                </a:cubicBezTo>
                <a:cubicBezTo>
                  <a:pt x="17614365" y="1496491"/>
                  <a:pt x="17523196" y="1620495"/>
                  <a:pt x="17526000" y="1866138"/>
                </a:cubicBezTo>
                <a:cubicBezTo>
                  <a:pt x="17528804" y="2111781"/>
                  <a:pt x="17445369" y="2406911"/>
                  <a:pt x="17526000" y="2551176"/>
                </a:cubicBezTo>
                <a:cubicBezTo>
                  <a:pt x="17606631" y="2695441"/>
                  <a:pt x="17486678" y="2841054"/>
                  <a:pt x="17526000" y="2952750"/>
                </a:cubicBezTo>
                <a:cubicBezTo>
                  <a:pt x="17565322" y="3064446"/>
                  <a:pt x="17494954" y="3153178"/>
                  <a:pt x="17526000" y="3259836"/>
                </a:cubicBezTo>
                <a:cubicBezTo>
                  <a:pt x="17557046" y="3366494"/>
                  <a:pt x="17492583" y="3600489"/>
                  <a:pt x="17526000" y="3755898"/>
                </a:cubicBezTo>
                <a:cubicBezTo>
                  <a:pt x="17559417" y="3911307"/>
                  <a:pt x="17484596" y="4210088"/>
                  <a:pt x="17526000" y="4535424"/>
                </a:cubicBezTo>
                <a:cubicBezTo>
                  <a:pt x="17567404" y="4860760"/>
                  <a:pt x="17508542" y="4951708"/>
                  <a:pt x="17526000" y="5125974"/>
                </a:cubicBezTo>
                <a:cubicBezTo>
                  <a:pt x="17543458" y="5300240"/>
                  <a:pt x="17493581" y="5332923"/>
                  <a:pt x="17526000" y="5433060"/>
                </a:cubicBezTo>
                <a:cubicBezTo>
                  <a:pt x="17558419" y="5533197"/>
                  <a:pt x="17489054" y="5756502"/>
                  <a:pt x="17526000" y="5929122"/>
                </a:cubicBezTo>
                <a:cubicBezTo>
                  <a:pt x="17562946" y="6101742"/>
                  <a:pt x="17472386" y="6378838"/>
                  <a:pt x="17526000" y="6708648"/>
                </a:cubicBezTo>
                <a:cubicBezTo>
                  <a:pt x="17579614" y="7038458"/>
                  <a:pt x="17515477" y="6936695"/>
                  <a:pt x="17526000" y="7015734"/>
                </a:cubicBezTo>
                <a:cubicBezTo>
                  <a:pt x="17536523" y="7094773"/>
                  <a:pt x="17501251" y="7296806"/>
                  <a:pt x="17526000" y="7511796"/>
                </a:cubicBezTo>
                <a:cubicBezTo>
                  <a:pt x="17550749" y="7726786"/>
                  <a:pt x="17483347" y="7801199"/>
                  <a:pt x="17526000" y="7913370"/>
                </a:cubicBezTo>
                <a:cubicBezTo>
                  <a:pt x="17568653" y="8025541"/>
                  <a:pt x="17505427" y="8354986"/>
                  <a:pt x="17526000" y="8598408"/>
                </a:cubicBezTo>
                <a:cubicBezTo>
                  <a:pt x="17546573" y="8841830"/>
                  <a:pt x="17442034" y="9220051"/>
                  <a:pt x="17526000" y="9448800"/>
                </a:cubicBezTo>
                <a:cubicBezTo>
                  <a:pt x="17501527" y="9450084"/>
                  <a:pt x="17485987" y="9443960"/>
                  <a:pt x="17467580" y="9448800"/>
                </a:cubicBezTo>
                <a:cubicBezTo>
                  <a:pt x="17449173" y="9453640"/>
                  <a:pt x="16952504" y="9412668"/>
                  <a:pt x="16708120" y="9448800"/>
                </a:cubicBezTo>
                <a:cubicBezTo>
                  <a:pt x="16463736" y="9484932"/>
                  <a:pt x="16234747" y="9401663"/>
                  <a:pt x="15948660" y="9448800"/>
                </a:cubicBezTo>
                <a:cubicBezTo>
                  <a:pt x="15662573" y="9495937"/>
                  <a:pt x="15765066" y="9436660"/>
                  <a:pt x="15714980" y="9448800"/>
                </a:cubicBezTo>
                <a:cubicBezTo>
                  <a:pt x="15664894" y="9460940"/>
                  <a:pt x="15484411" y="9429391"/>
                  <a:pt x="15306040" y="9448800"/>
                </a:cubicBezTo>
                <a:cubicBezTo>
                  <a:pt x="15127669" y="9468209"/>
                  <a:pt x="14777006" y="9423372"/>
                  <a:pt x="14371320" y="9448800"/>
                </a:cubicBezTo>
                <a:cubicBezTo>
                  <a:pt x="13965634" y="9474228"/>
                  <a:pt x="13877208" y="9416816"/>
                  <a:pt x="13611860" y="9448800"/>
                </a:cubicBezTo>
                <a:cubicBezTo>
                  <a:pt x="13346512" y="9480784"/>
                  <a:pt x="13450311" y="9424986"/>
                  <a:pt x="13378180" y="9448800"/>
                </a:cubicBezTo>
                <a:cubicBezTo>
                  <a:pt x="13306049" y="9472614"/>
                  <a:pt x="13005716" y="9447497"/>
                  <a:pt x="12793980" y="9448800"/>
                </a:cubicBezTo>
                <a:cubicBezTo>
                  <a:pt x="12582244" y="9450103"/>
                  <a:pt x="12764492" y="9444809"/>
                  <a:pt x="12735560" y="9448800"/>
                </a:cubicBezTo>
                <a:cubicBezTo>
                  <a:pt x="12706628" y="9452791"/>
                  <a:pt x="12397898" y="9395374"/>
                  <a:pt x="12151360" y="9448800"/>
                </a:cubicBezTo>
                <a:cubicBezTo>
                  <a:pt x="11904822" y="9502226"/>
                  <a:pt x="11897940" y="9432085"/>
                  <a:pt x="11742420" y="9448800"/>
                </a:cubicBezTo>
                <a:cubicBezTo>
                  <a:pt x="11586900" y="9465515"/>
                  <a:pt x="11249936" y="9384261"/>
                  <a:pt x="10982960" y="9448800"/>
                </a:cubicBezTo>
                <a:cubicBezTo>
                  <a:pt x="10715984" y="9513339"/>
                  <a:pt x="10457314" y="9434419"/>
                  <a:pt x="10048240" y="9448800"/>
                </a:cubicBezTo>
                <a:cubicBezTo>
                  <a:pt x="9639166" y="9463181"/>
                  <a:pt x="10010594" y="9448608"/>
                  <a:pt x="9989820" y="9448800"/>
                </a:cubicBezTo>
                <a:cubicBezTo>
                  <a:pt x="9969046" y="9448992"/>
                  <a:pt x="9953130" y="9448341"/>
                  <a:pt x="9931400" y="9448800"/>
                </a:cubicBezTo>
                <a:cubicBezTo>
                  <a:pt x="9909670" y="9449259"/>
                  <a:pt x="9885017" y="9443761"/>
                  <a:pt x="9872980" y="9448800"/>
                </a:cubicBezTo>
                <a:cubicBezTo>
                  <a:pt x="9860943" y="9453839"/>
                  <a:pt x="9694600" y="9438623"/>
                  <a:pt x="9639300" y="9448800"/>
                </a:cubicBezTo>
                <a:cubicBezTo>
                  <a:pt x="9584000" y="9458977"/>
                  <a:pt x="9198577" y="9387293"/>
                  <a:pt x="9055100" y="9448800"/>
                </a:cubicBezTo>
                <a:cubicBezTo>
                  <a:pt x="8911623" y="9510307"/>
                  <a:pt x="8894549" y="9427707"/>
                  <a:pt x="8821420" y="9448800"/>
                </a:cubicBezTo>
                <a:cubicBezTo>
                  <a:pt x="8748291" y="9469893"/>
                  <a:pt x="8388468" y="9358677"/>
                  <a:pt x="8061960" y="9448800"/>
                </a:cubicBezTo>
                <a:cubicBezTo>
                  <a:pt x="7735452" y="9538923"/>
                  <a:pt x="7886700" y="9437909"/>
                  <a:pt x="7828280" y="9448800"/>
                </a:cubicBezTo>
                <a:cubicBezTo>
                  <a:pt x="7769860" y="9459691"/>
                  <a:pt x="7244167" y="9412165"/>
                  <a:pt x="6893560" y="9448800"/>
                </a:cubicBezTo>
                <a:cubicBezTo>
                  <a:pt x="6542953" y="9485435"/>
                  <a:pt x="6860241" y="9442590"/>
                  <a:pt x="6835140" y="9448800"/>
                </a:cubicBezTo>
                <a:cubicBezTo>
                  <a:pt x="6810039" y="9455010"/>
                  <a:pt x="6579402" y="9421980"/>
                  <a:pt x="6426200" y="9448800"/>
                </a:cubicBezTo>
                <a:cubicBezTo>
                  <a:pt x="6272998" y="9475620"/>
                  <a:pt x="5947593" y="9363879"/>
                  <a:pt x="5491480" y="9448800"/>
                </a:cubicBezTo>
                <a:cubicBezTo>
                  <a:pt x="5035367" y="9533721"/>
                  <a:pt x="5459885" y="9442265"/>
                  <a:pt x="5433060" y="9448800"/>
                </a:cubicBezTo>
                <a:cubicBezTo>
                  <a:pt x="5406235" y="9455335"/>
                  <a:pt x="4709370" y="9431858"/>
                  <a:pt x="4498340" y="9448800"/>
                </a:cubicBezTo>
                <a:cubicBezTo>
                  <a:pt x="4287310" y="9465742"/>
                  <a:pt x="4372964" y="9433905"/>
                  <a:pt x="4264660" y="9448800"/>
                </a:cubicBezTo>
                <a:cubicBezTo>
                  <a:pt x="4156356" y="9463695"/>
                  <a:pt x="3756726" y="9443237"/>
                  <a:pt x="3505200" y="9448800"/>
                </a:cubicBezTo>
                <a:cubicBezTo>
                  <a:pt x="3253674" y="9454363"/>
                  <a:pt x="2939141" y="9429286"/>
                  <a:pt x="2745740" y="9448800"/>
                </a:cubicBezTo>
                <a:cubicBezTo>
                  <a:pt x="2552339" y="9468314"/>
                  <a:pt x="2439008" y="9446030"/>
                  <a:pt x="2161540" y="9448800"/>
                </a:cubicBezTo>
                <a:cubicBezTo>
                  <a:pt x="1884072" y="9451570"/>
                  <a:pt x="1896054" y="9420451"/>
                  <a:pt x="1752600" y="9448800"/>
                </a:cubicBezTo>
                <a:cubicBezTo>
                  <a:pt x="1609146" y="9477149"/>
                  <a:pt x="1428326" y="9407393"/>
                  <a:pt x="1343660" y="9448800"/>
                </a:cubicBezTo>
                <a:cubicBezTo>
                  <a:pt x="1258994" y="9490207"/>
                  <a:pt x="1298932" y="9444631"/>
                  <a:pt x="1285240" y="9448800"/>
                </a:cubicBezTo>
                <a:cubicBezTo>
                  <a:pt x="1271548" y="9452969"/>
                  <a:pt x="385281" y="9382899"/>
                  <a:pt x="0" y="9448800"/>
                </a:cubicBezTo>
                <a:cubicBezTo>
                  <a:pt x="-28541" y="9282965"/>
                  <a:pt x="40023" y="8902109"/>
                  <a:pt x="0" y="8669274"/>
                </a:cubicBezTo>
                <a:cubicBezTo>
                  <a:pt x="-40023" y="8436439"/>
                  <a:pt x="21318" y="8350627"/>
                  <a:pt x="0" y="8078724"/>
                </a:cubicBezTo>
                <a:cubicBezTo>
                  <a:pt x="-21318" y="7806821"/>
                  <a:pt x="27180" y="7844743"/>
                  <a:pt x="0" y="7677150"/>
                </a:cubicBezTo>
                <a:cubicBezTo>
                  <a:pt x="-27180" y="7509557"/>
                  <a:pt x="33128" y="7497997"/>
                  <a:pt x="0" y="7370064"/>
                </a:cubicBezTo>
                <a:cubicBezTo>
                  <a:pt x="-33128" y="7242131"/>
                  <a:pt x="1686" y="6967724"/>
                  <a:pt x="0" y="6779514"/>
                </a:cubicBezTo>
                <a:cubicBezTo>
                  <a:pt x="-1686" y="6591304"/>
                  <a:pt x="16539" y="6489541"/>
                  <a:pt x="0" y="6377940"/>
                </a:cubicBezTo>
                <a:cubicBezTo>
                  <a:pt x="-16539" y="6266339"/>
                  <a:pt x="69443" y="6011655"/>
                  <a:pt x="0" y="5787390"/>
                </a:cubicBezTo>
                <a:cubicBezTo>
                  <a:pt x="-69443" y="5563125"/>
                  <a:pt x="88093" y="5288701"/>
                  <a:pt x="0" y="5007864"/>
                </a:cubicBezTo>
                <a:cubicBezTo>
                  <a:pt x="-88093" y="4727027"/>
                  <a:pt x="37495" y="4636157"/>
                  <a:pt x="0" y="4322826"/>
                </a:cubicBezTo>
                <a:cubicBezTo>
                  <a:pt x="-37495" y="4009495"/>
                  <a:pt x="43669" y="3782552"/>
                  <a:pt x="0" y="3637788"/>
                </a:cubicBezTo>
                <a:cubicBezTo>
                  <a:pt x="-43669" y="3493024"/>
                  <a:pt x="4838" y="3450148"/>
                  <a:pt x="0" y="3330702"/>
                </a:cubicBezTo>
                <a:cubicBezTo>
                  <a:pt x="-4838" y="3211256"/>
                  <a:pt x="18609" y="2874411"/>
                  <a:pt x="0" y="2740152"/>
                </a:cubicBezTo>
                <a:cubicBezTo>
                  <a:pt x="-18609" y="2605893"/>
                  <a:pt x="22824" y="2377692"/>
                  <a:pt x="0" y="2149602"/>
                </a:cubicBezTo>
                <a:cubicBezTo>
                  <a:pt x="-22824" y="1921512"/>
                  <a:pt x="56547" y="1825115"/>
                  <a:pt x="0" y="1653540"/>
                </a:cubicBezTo>
                <a:cubicBezTo>
                  <a:pt x="-56547" y="1481965"/>
                  <a:pt x="23965" y="1321129"/>
                  <a:pt x="0" y="1062990"/>
                </a:cubicBezTo>
                <a:cubicBezTo>
                  <a:pt x="-23965" y="804851"/>
                  <a:pt x="30208" y="756717"/>
                  <a:pt x="0" y="661416"/>
                </a:cubicBezTo>
                <a:cubicBezTo>
                  <a:pt x="-30208" y="566115"/>
                  <a:pt x="58988" y="30206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0749266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42644C5-B9D9-8566-D6E5-28BDD9461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132" y="4612916"/>
            <a:ext cx="7757561" cy="7757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E4F63-DE2D-93B1-1EEF-BB7315E8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4551306-29E6-26EF-1E68-A1E85FC3D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4343400" y="8262952"/>
            <a:ext cx="15027942" cy="1987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EA85D9-DB45-DB20-67BD-FB70D09851C0}"/>
              </a:ext>
            </a:extLst>
          </p:cNvPr>
          <p:cNvSpPr txBox="1"/>
          <p:nvPr/>
        </p:nvSpPr>
        <p:spPr>
          <a:xfrm>
            <a:off x="3467100" y="362509"/>
            <a:ext cx="11353800" cy="188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09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opes"/>
                <a:ea typeface="Slopes"/>
                <a:cs typeface="Slopes"/>
                <a:sym typeface="Slopes"/>
              </a:rPr>
              <a:t>DATA CLEANIN 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17E9E-CF7F-A992-32CB-44EDEFF95FFB}"/>
              </a:ext>
            </a:extLst>
          </p:cNvPr>
          <p:cNvSpPr txBox="1"/>
          <p:nvPr/>
        </p:nvSpPr>
        <p:spPr>
          <a:xfrm>
            <a:off x="2743200" y="2696676"/>
            <a:ext cx="13258800" cy="48936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Categorical variables into numerical format</a:t>
            </a:r>
          </a:p>
          <a:p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Checked  for invalid values</a:t>
            </a:r>
          </a:p>
          <a:p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Removed or corrected incorrect data entries</a:t>
            </a:r>
            <a:b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38D5AB-8647-463A-B537-7315390015B5}"/>
              </a:ext>
            </a:extLst>
          </p:cNvPr>
          <p:cNvSpPr/>
          <p:nvPr/>
        </p:nvSpPr>
        <p:spPr>
          <a:xfrm>
            <a:off x="381000" y="419100"/>
            <a:ext cx="17526000" cy="9448800"/>
          </a:xfrm>
          <a:custGeom>
            <a:avLst/>
            <a:gdLst>
              <a:gd name="connsiteX0" fmla="*/ 0 w 17526000"/>
              <a:gd name="connsiteY0" fmla="*/ 0 h 9448800"/>
              <a:gd name="connsiteX1" fmla="*/ 58420 w 17526000"/>
              <a:gd name="connsiteY1" fmla="*/ 0 h 9448800"/>
              <a:gd name="connsiteX2" fmla="*/ 116840 w 17526000"/>
              <a:gd name="connsiteY2" fmla="*/ 0 h 9448800"/>
              <a:gd name="connsiteX3" fmla="*/ 701040 w 17526000"/>
              <a:gd name="connsiteY3" fmla="*/ 0 h 9448800"/>
              <a:gd name="connsiteX4" fmla="*/ 1460500 w 17526000"/>
              <a:gd name="connsiteY4" fmla="*/ 0 h 9448800"/>
              <a:gd name="connsiteX5" fmla="*/ 2044700 w 17526000"/>
              <a:gd name="connsiteY5" fmla="*/ 0 h 9448800"/>
              <a:gd name="connsiteX6" fmla="*/ 2628900 w 17526000"/>
              <a:gd name="connsiteY6" fmla="*/ 0 h 9448800"/>
              <a:gd name="connsiteX7" fmla="*/ 3563620 w 17526000"/>
              <a:gd name="connsiteY7" fmla="*/ 0 h 9448800"/>
              <a:gd name="connsiteX8" fmla="*/ 4498340 w 17526000"/>
              <a:gd name="connsiteY8" fmla="*/ 0 h 9448800"/>
              <a:gd name="connsiteX9" fmla="*/ 4732020 w 17526000"/>
              <a:gd name="connsiteY9" fmla="*/ 0 h 9448800"/>
              <a:gd name="connsiteX10" fmla="*/ 5666740 w 17526000"/>
              <a:gd name="connsiteY10" fmla="*/ 0 h 9448800"/>
              <a:gd name="connsiteX11" fmla="*/ 6075680 w 17526000"/>
              <a:gd name="connsiteY11" fmla="*/ 0 h 9448800"/>
              <a:gd name="connsiteX12" fmla="*/ 6835140 w 17526000"/>
              <a:gd name="connsiteY12" fmla="*/ 0 h 9448800"/>
              <a:gd name="connsiteX13" fmla="*/ 7244080 w 17526000"/>
              <a:gd name="connsiteY13" fmla="*/ 0 h 9448800"/>
              <a:gd name="connsiteX14" fmla="*/ 8003540 w 17526000"/>
              <a:gd name="connsiteY14" fmla="*/ 0 h 9448800"/>
              <a:gd name="connsiteX15" fmla="*/ 8587740 w 17526000"/>
              <a:gd name="connsiteY15" fmla="*/ 0 h 9448800"/>
              <a:gd name="connsiteX16" fmla="*/ 9522460 w 17526000"/>
              <a:gd name="connsiteY16" fmla="*/ 0 h 9448800"/>
              <a:gd name="connsiteX17" fmla="*/ 9580880 w 17526000"/>
              <a:gd name="connsiteY17" fmla="*/ 0 h 9448800"/>
              <a:gd name="connsiteX18" fmla="*/ 9814560 w 17526000"/>
              <a:gd name="connsiteY18" fmla="*/ 0 h 9448800"/>
              <a:gd name="connsiteX19" fmla="*/ 10048240 w 17526000"/>
              <a:gd name="connsiteY19" fmla="*/ 0 h 9448800"/>
              <a:gd name="connsiteX20" fmla="*/ 10457180 w 17526000"/>
              <a:gd name="connsiteY20" fmla="*/ 0 h 9448800"/>
              <a:gd name="connsiteX21" fmla="*/ 10690860 w 17526000"/>
              <a:gd name="connsiteY21" fmla="*/ 0 h 9448800"/>
              <a:gd name="connsiteX22" fmla="*/ 11625580 w 17526000"/>
              <a:gd name="connsiteY22" fmla="*/ 0 h 9448800"/>
              <a:gd name="connsiteX23" fmla="*/ 12385040 w 17526000"/>
              <a:gd name="connsiteY23" fmla="*/ 0 h 9448800"/>
              <a:gd name="connsiteX24" fmla="*/ 12618720 w 17526000"/>
              <a:gd name="connsiteY24" fmla="*/ 0 h 9448800"/>
              <a:gd name="connsiteX25" fmla="*/ 12677140 w 17526000"/>
              <a:gd name="connsiteY25" fmla="*/ 0 h 9448800"/>
              <a:gd name="connsiteX26" fmla="*/ 12910820 w 17526000"/>
              <a:gd name="connsiteY26" fmla="*/ 0 h 9448800"/>
              <a:gd name="connsiteX27" fmla="*/ 12969240 w 17526000"/>
              <a:gd name="connsiteY27" fmla="*/ 0 h 9448800"/>
              <a:gd name="connsiteX28" fmla="*/ 13027660 w 17526000"/>
              <a:gd name="connsiteY28" fmla="*/ 0 h 9448800"/>
              <a:gd name="connsiteX29" fmla="*/ 13261340 w 17526000"/>
              <a:gd name="connsiteY29" fmla="*/ 0 h 9448800"/>
              <a:gd name="connsiteX30" fmla="*/ 13670280 w 17526000"/>
              <a:gd name="connsiteY30" fmla="*/ 0 h 9448800"/>
              <a:gd name="connsiteX31" fmla="*/ 13903960 w 17526000"/>
              <a:gd name="connsiteY31" fmla="*/ 0 h 9448800"/>
              <a:gd name="connsiteX32" fmla="*/ 14838680 w 17526000"/>
              <a:gd name="connsiteY32" fmla="*/ 0 h 9448800"/>
              <a:gd name="connsiteX33" fmla="*/ 15247620 w 17526000"/>
              <a:gd name="connsiteY33" fmla="*/ 0 h 9448800"/>
              <a:gd name="connsiteX34" fmla="*/ 15306040 w 17526000"/>
              <a:gd name="connsiteY34" fmla="*/ 0 h 9448800"/>
              <a:gd name="connsiteX35" fmla="*/ 15890240 w 17526000"/>
              <a:gd name="connsiteY35" fmla="*/ 0 h 9448800"/>
              <a:gd name="connsiteX36" fmla="*/ 16649700 w 17526000"/>
              <a:gd name="connsiteY36" fmla="*/ 0 h 9448800"/>
              <a:gd name="connsiteX37" fmla="*/ 16883380 w 17526000"/>
              <a:gd name="connsiteY37" fmla="*/ 0 h 9448800"/>
              <a:gd name="connsiteX38" fmla="*/ 16941800 w 17526000"/>
              <a:gd name="connsiteY38" fmla="*/ 0 h 9448800"/>
              <a:gd name="connsiteX39" fmla="*/ 17000220 w 17526000"/>
              <a:gd name="connsiteY39" fmla="*/ 0 h 9448800"/>
              <a:gd name="connsiteX40" fmla="*/ 17526000 w 17526000"/>
              <a:gd name="connsiteY40" fmla="*/ 0 h 9448800"/>
              <a:gd name="connsiteX41" fmla="*/ 17526000 w 17526000"/>
              <a:gd name="connsiteY41" fmla="*/ 401574 h 9448800"/>
              <a:gd name="connsiteX42" fmla="*/ 17526000 w 17526000"/>
              <a:gd name="connsiteY42" fmla="*/ 1181100 h 9448800"/>
              <a:gd name="connsiteX43" fmla="*/ 17526000 w 17526000"/>
              <a:gd name="connsiteY43" fmla="*/ 1866138 h 9448800"/>
              <a:gd name="connsiteX44" fmla="*/ 17526000 w 17526000"/>
              <a:gd name="connsiteY44" fmla="*/ 2551176 h 9448800"/>
              <a:gd name="connsiteX45" fmla="*/ 17526000 w 17526000"/>
              <a:gd name="connsiteY45" fmla="*/ 2952750 h 9448800"/>
              <a:gd name="connsiteX46" fmla="*/ 17526000 w 17526000"/>
              <a:gd name="connsiteY46" fmla="*/ 3259836 h 9448800"/>
              <a:gd name="connsiteX47" fmla="*/ 17526000 w 17526000"/>
              <a:gd name="connsiteY47" fmla="*/ 3755898 h 9448800"/>
              <a:gd name="connsiteX48" fmla="*/ 17526000 w 17526000"/>
              <a:gd name="connsiteY48" fmla="*/ 4535424 h 9448800"/>
              <a:gd name="connsiteX49" fmla="*/ 17526000 w 17526000"/>
              <a:gd name="connsiteY49" fmla="*/ 5125974 h 9448800"/>
              <a:gd name="connsiteX50" fmla="*/ 17526000 w 17526000"/>
              <a:gd name="connsiteY50" fmla="*/ 5433060 h 9448800"/>
              <a:gd name="connsiteX51" fmla="*/ 17526000 w 17526000"/>
              <a:gd name="connsiteY51" fmla="*/ 5929122 h 9448800"/>
              <a:gd name="connsiteX52" fmla="*/ 17526000 w 17526000"/>
              <a:gd name="connsiteY52" fmla="*/ 6708648 h 9448800"/>
              <a:gd name="connsiteX53" fmla="*/ 17526000 w 17526000"/>
              <a:gd name="connsiteY53" fmla="*/ 7015734 h 9448800"/>
              <a:gd name="connsiteX54" fmla="*/ 17526000 w 17526000"/>
              <a:gd name="connsiteY54" fmla="*/ 7511796 h 9448800"/>
              <a:gd name="connsiteX55" fmla="*/ 17526000 w 17526000"/>
              <a:gd name="connsiteY55" fmla="*/ 7913370 h 9448800"/>
              <a:gd name="connsiteX56" fmla="*/ 17526000 w 17526000"/>
              <a:gd name="connsiteY56" fmla="*/ 8598408 h 9448800"/>
              <a:gd name="connsiteX57" fmla="*/ 17526000 w 17526000"/>
              <a:gd name="connsiteY57" fmla="*/ 9448800 h 9448800"/>
              <a:gd name="connsiteX58" fmla="*/ 17467580 w 17526000"/>
              <a:gd name="connsiteY58" fmla="*/ 9448800 h 9448800"/>
              <a:gd name="connsiteX59" fmla="*/ 16708120 w 17526000"/>
              <a:gd name="connsiteY59" fmla="*/ 9448800 h 9448800"/>
              <a:gd name="connsiteX60" fmla="*/ 15948660 w 17526000"/>
              <a:gd name="connsiteY60" fmla="*/ 9448800 h 9448800"/>
              <a:gd name="connsiteX61" fmla="*/ 15714980 w 17526000"/>
              <a:gd name="connsiteY61" fmla="*/ 9448800 h 9448800"/>
              <a:gd name="connsiteX62" fmla="*/ 15306040 w 17526000"/>
              <a:gd name="connsiteY62" fmla="*/ 9448800 h 9448800"/>
              <a:gd name="connsiteX63" fmla="*/ 14371320 w 17526000"/>
              <a:gd name="connsiteY63" fmla="*/ 9448800 h 9448800"/>
              <a:gd name="connsiteX64" fmla="*/ 13611860 w 17526000"/>
              <a:gd name="connsiteY64" fmla="*/ 9448800 h 9448800"/>
              <a:gd name="connsiteX65" fmla="*/ 13378180 w 17526000"/>
              <a:gd name="connsiteY65" fmla="*/ 9448800 h 9448800"/>
              <a:gd name="connsiteX66" fmla="*/ 12793980 w 17526000"/>
              <a:gd name="connsiteY66" fmla="*/ 9448800 h 9448800"/>
              <a:gd name="connsiteX67" fmla="*/ 12735560 w 17526000"/>
              <a:gd name="connsiteY67" fmla="*/ 9448800 h 9448800"/>
              <a:gd name="connsiteX68" fmla="*/ 12151360 w 17526000"/>
              <a:gd name="connsiteY68" fmla="*/ 9448800 h 9448800"/>
              <a:gd name="connsiteX69" fmla="*/ 11742420 w 17526000"/>
              <a:gd name="connsiteY69" fmla="*/ 9448800 h 9448800"/>
              <a:gd name="connsiteX70" fmla="*/ 10982960 w 17526000"/>
              <a:gd name="connsiteY70" fmla="*/ 9448800 h 9448800"/>
              <a:gd name="connsiteX71" fmla="*/ 10048240 w 17526000"/>
              <a:gd name="connsiteY71" fmla="*/ 9448800 h 9448800"/>
              <a:gd name="connsiteX72" fmla="*/ 9989820 w 17526000"/>
              <a:gd name="connsiteY72" fmla="*/ 9448800 h 9448800"/>
              <a:gd name="connsiteX73" fmla="*/ 9931400 w 17526000"/>
              <a:gd name="connsiteY73" fmla="*/ 9448800 h 9448800"/>
              <a:gd name="connsiteX74" fmla="*/ 9872980 w 17526000"/>
              <a:gd name="connsiteY74" fmla="*/ 9448800 h 9448800"/>
              <a:gd name="connsiteX75" fmla="*/ 9639300 w 17526000"/>
              <a:gd name="connsiteY75" fmla="*/ 9448800 h 9448800"/>
              <a:gd name="connsiteX76" fmla="*/ 9055100 w 17526000"/>
              <a:gd name="connsiteY76" fmla="*/ 9448800 h 9448800"/>
              <a:gd name="connsiteX77" fmla="*/ 8821420 w 17526000"/>
              <a:gd name="connsiteY77" fmla="*/ 9448800 h 9448800"/>
              <a:gd name="connsiteX78" fmla="*/ 8061960 w 17526000"/>
              <a:gd name="connsiteY78" fmla="*/ 9448800 h 9448800"/>
              <a:gd name="connsiteX79" fmla="*/ 7828280 w 17526000"/>
              <a:gd name="connsiteY79" fmla="*/ 9448800 h 9448800"/>
              <a:gd name="connsiteX80" fmla="*/ 6893560 w 17526000"/>
              <a:gd name="connsiteY80" fmla="*/ 9448800 h 9448800"/>
              <a:gd name="connsiteX81" fmla="*/ 6835140 w 17526000"/>
              <a:gd name="connsiteY81" fmla="*/ 9448800 h 9448800"/>
              <a:gd name="connsiteX82" fmla="*/ 6426200 w 17526000"/>
              <a:gd name="connsiteY82" fmla="*/ 9448800 h 9448800"/>
              <a:gd name="connsiteX83" fmla="*/ 5491480 w 17526000"/>
              <a:gd name="connsiteY83" fmla="*/ 9448800 h 9448800"/>
              <a:gd name="connsiteX84" fmla="*/ 5433060 w 17526000"/>
              <a:gd name="connsiteY84" fmla="*/ 9448800 h 9448800"/>
              <a:gd name="connsiteX85" fmla="*/ 4498340 w 17526000"/>
              <a:gd name="connsiteY85" fmla="*/ 9448800 h 9448800"/>
              <a:gd name="connsiteX86" fmla="*/ 4264660 w 17526000"/>
              <a:gd name="connsiteY86" fmla="*/ 9448800 h 9448800"/>
              <a:gd name="connsiteX87" fmla="*/ 3505200 w 17526000"/>
              <a:gd name="connsiteY87" fmla="*/ 9448800 h 9448800"/>
              <a:gd name="connsiteX88" fmla="*/ 2745740 w 17526000"/>
              <a:gd name="connsiteY88" fmla="*/ 9448800 h 9448800"/>
              <a:gd name="connsiteX89" fmla="*/ 2161540 w 17526000"/>
              <a:gd name="connsiteY89" fmla="*/ 9448800 h 9448800"/>
              <a:gd name="connsiteX90" fmla="*/ 1752600 w 17526000"/>
              <a:gd name="connsiteY90" fmla="*/ 9448800 h 9448800"/>
              <a:gd name="connsiteX91" fmla="*/ 1343660 w 17526000"/>
              <a:gd name="connsiteY91" fmla="*/ 9448800 h 9448800"/>
              <a:gd name="connsiteX92" fmla="*/ 1285240 w 17526000"/>
              <a:gd name="connsiteY92" fmla="*/ 9448800 h 9448800"/>
              <a:gd name="connsiteX93" fmla="*/ 0 w 17526000"/>
              <a:gd name="connsiteY93" fmla="*/ 9448800 h 9448800"/>
              <a:gd name="connsiteX94" fmla="*/ 0 w 17526000"/>
              <a:gd name="connsiteY94" fmla="*/ 8669274 h 9448800"/>
              <a:gd name="connsiteX95" fmla="*/ 0 w 17526000"/>
              <a:gd name="connsiteY95" fmla="*/ 8078724 h 9448800"/>
              <a:gd name="connsiteX96" fmla="*/ 0 w 17526000"/>
              <a:gd name="connsiteY96" fmla="*/ 7677150 h 9448800"/>
              <a:gd name="connsiteX97" fmla="*/ 0 w 17526000"/>
              <a:gd name="connsiteY97" fmla="*/ 7370064 h 9448800"/>
              <a:gd name="connsiteX98" fmla="*/ 0 w 17526000"/>
              <a:gd name="connsiteY98" fmla="*/ 6779514 h 9448800"/>
              <a:gd name="connsiteX99" fmla="*/ 0 w 17526000"/>
              <a:gd name="connsiteY99" fmla="*/ 6377940 h 9448800"/>
              <a:gd name="connsiteX100" fmla="*/ 0 w 17526000"/>
              <a:gd name="connsiteY100" fmla="*/ 5787390 h 9448800"/>
              <a:gd name="connsiteX101" fmla="*/ 0 w 17526000"/>
              <a:gd name="connsiteY101" fmla="*/ 5007864 h 9448800"/>
              <a:gd name="connsiteX102" fmla="*/ 0 w 17526000"/>
              <a:gd name="connsiteY102" fmla="*/ 4322826 h 9448800"/>
              <a:gd name="connsiteX103" fmla="*/ 0 w 17526000"/>
              <a:gd name="connsiteY103" fmla="*/ 3637788 h 9448800"/>
              <a:gd name="connsiteX104" fmla="*/ 0 w 17526000"/>
              <a:gd name="connsiteY104" fmla="*/ 3330702 h 9448800"/>
              <a:gd name="connsiteX105" fmla="*/ 0 w 17526000"/>
              <a:gd name="connsiteY105" fmla="*/ 2740152 h 9448800"/>
              <a:gd name="connsiteX106" fmla="*/ 0 w 17526000"/>
              <a:gd name="connsiteY106" fmla="*/ 2149602 h 9448800"/>
              <a:gd name="connsiteX107" fmla="*/ 0 w 17526000"/>
              <a:gd name="connsiteY107" fmla="*/ 1653540 h 9448800"/>
              <a:gd name="connsiteX108" fmla="*/ 0 w 17526000"/>
              <a:gd name="connsiteY108" fmla="*/ 1062990 h 9448800"/>
              <a:gd name="connsiteX109" fmla="*/ 0 w 17526000"/>
              <a:gd name="connsiteY109" fmla="*/ 661416 h 9448800"/>
              <a:gd name="connsiteX110" fmla="*/ 0 w 17526000"/>
              <a:gd name="connsiteY110" fmla="*/ 0 h 94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7526000" h="9448800" extrusionOk="0">
                <a:moveTo>
                  <a:pt x="0" y="0"/>
                </a:moveTo>
                <a:cubicBezTo>
                  <a:pt x="16686" y="-4108"/>
                  <a:pt x="45684" y="6353"/>
                  <a:pt x="58420" y="0"/>
                </a:cubicBezTo>
                <a:cubicBezTo>
                  <a:pt x="71156" y="-6353"/>
                  <a:pt x="92892" y="6639"/>
                  <a:pt x="116840" y="0"/>
                </a:cubicBezTo>
                <a:cubicBezTo>
                  <a:pt x="140788" y="-6639"/>
                  <a:pt x="531300" y="8496"/>
                  <a:pt x="701040" y="0"/>
                </a:cubicBezTo>
                <a:cubicBezTo>
                  <a:pt x="870780" y="-8496"/>
                  <a:pt x="1090118" y="77926"/>
                  <a:pt x="1460500" y="0"/>
                </a:cubicBezTo>
                <a:cubicBezTo>
                  <a:pt x="1830882" y="-77926"/>
                  <a:pt x="1854989" y="16917"/>
                  <a:pt x="2044700" y="0"/>
                </a:cubicBezTo>
                <a:cubicBezTo>
                  <a:pt x="2234411" y="-16917"/>
                  <a:pt x="2423897" y="17285"/>
                  <a:pt x="2628900" y="0"/>
                </a:cubicBezTo>
                <a:cubicBezTo>
                  <a:pt x="2833903" y="-17285"/>
                  <a:pt x="3165545" y="78408"/>
                  <a:pt x="3563620" y="0"/>
                </a:cubicBezTo>
                <a:cubicBezTo>
                  <a:pt x="3961695" y="-78408"/>
                  <a:pt x="4168624" y="100389"/>
                  <a:pt x="4498340" y="0"/>
                </a:cubicBezTo>
                <a:cubicBezTo>
                  <a:pt x="4828056" y="-100389"/>
                  <a:pt x="4631136" y="26363"/>
                  <a:pt x="4732020" y="0"/>
                </a:cubicBezTo>
                <a:cubicBezTo>
                  <a:pt x="4832904" y="-26363"/>
                  <a:pt x="5466109" y="75160"/>
                  <a:pt x="5666740" y="0"/>
                </a:cubicBezTo>
                <a:cubicBezTo>
                  <a:pt x="5867371" y="-75160"/>
                  <a:pt x="5949455" y="16841"/>
                  <a:pt x="6075680" y="0"/>
                </a:cubicBezTo>
                <a:cubicBezTo>
                  <a:pt x="6201905" y="-16841"/>
                  <a:pt x="6461768" y="80972"/>
                  <a:pt x="6835140" y="0"/>
                </a:cubicBezTo>
                <a:cubicBezTo>
                  <a:pt x="7208512" y="-80972"/>
                  <a:pt x="7055497" y="33485"/>
                  <a:pt x="7244080" y="0"/>
                </a:cubicBezTo>
                <a:cubicBezTo>
                  <a:pt x="7432663" y="-33485"/>
                  <a:pt x="7732957" y="81218"/>
                  <a:pt x="8003540" y="0"/>
                </a:cubicBezTo>
                <a:cubicBezTo>
                  <a:pt x="8274123" y="-81218"/>
                  <a:pt x="8346639" y="7212"/>
                  <a:pt x="8587740" y="0"/>
                </a:cubicBezTo>
                <a:cubicBezTo>
                  <a:pt x="8828841" y="-7212"/>
                  <a:pt x="9216172" y="90563"/>
                  <a:pt x="9522460" y="0"/>
                </a:cubicBezTo>
                <a:cubicBezTo>
                  <a:pt x="9828748" y="-90563"/>
                  <a:pt x="9563612" y="3760"/>
                  <a:pt x="9580880" y="0"/>
                </a:cubicBezTo>
                <a:cubicBezTo>
                  <a:pt x="9598148" y="-3760"/>
                  <a:pt x="9703349" y="6998"/>
                  <a:pt x="9814560" y="0"/>
                </a:cubicBezTo>
                <a:cubicBezTo>
                  <a:pt x="9925771" y="-6998"/>
                  <a:pt x="9964089" y="2725"/>
                  <a:pt x="10048240" y="0"/>
                </a:cubicBezTo>
                <a:cubicBezTo>
                  <a:pt x="10132391" y="-2725"/>
                  <a:pt x="10374950" y="19012"/>
                  <a:pt x="10457180" y="0"/>
                </a:cubicBezTo>
                <a:cubicBezTo>
                  <a:pt x="10539410" y="-19012"/>
                  <a:pt x="10641404" y="7521"/>
                  <a:pt x="10690860" y="0"/>
                </a:cubicBezTo>
                <a:cubicBezTo>
                  <a:pt x="10740316" y="-7521"/>
                  <a:pt x="11209144" y="107653"/>
                  <a:pt x="11625580" y="0"/>
                </a:cubicBezTo>
                <a:cubicBezTo>
                  <a:pt x="12042016" y="-107653"/>
                  <a:pt x="12036676" y="20598"/>
                  <a:pt x="12385040" y="0"/>
                </a:cubicBezTo>
                <a:cubicBezTo>
                  <a:pt x="12733404" y="-20598"/>
                  <a:pt x="12565762" y="23155"/>
                  <a:pt x="12618720" y="0"/>
                </a:cubicBezTo>
                <a:cubicBezTo>
                  <a:pt x="12671678" y="-23155"/>
                  <a:pt x="12656546" y="64"/>
                  <a:pt x="12677140" y="0"/>
                </a:cubicBezTo>
                <a:cubicBezTo>
                  <a:pt x="12697734" y="-64"/>
                  <a:pt x="12858959" y="1872"/>
                  <a:pt x="12910820" y="0"/>
                </a:cubicBezTo>
                <a:cubicBezTo>
                  <a:pt x="12962681" y="-1872"/>
                  <a:pt x="12952986" y="6384"/>
                  <a:pt x="12969240" y="0"/>
                </a:cubicBezTo>
                <a:cubicBezTo>
                  <a:pt x="12985494" y="-6384"/>
                  <a:pt x="13005888" y="2140"/>
                  <a:pt x="13027660" y="0"/>
                </a:cubicBezTo>
                <a:cubicBezTo>
                  <a:pt x="13049432" y="-2140"/>
                  <a:pt x="13188994" y="7773"/>
                  <a:pt x="13261340" y="0"/>
                </a:cubicBezTo>
                <a:cubicBezTo>
                  <a:pt x="13333686" y="-7773"/>
                  <a:pt x="13484827" y="20478"/>
                  <a:pt x="13670280" y="0"/>
                </a:cubicBezTo>
                <a:cubicBezTo>
                  <a:pt x="13855733" y="-20478"/>
                  <a:pt x="13849464" y="2413"/>
                  <a:pt x="13903960" y="0"/>
                </a:cubicBezTo>
                <a:cubicBezTo>
                  <a:pt x="13958456" y="-2413"/>
                  <a:pt x="14579399" y="27055"/>
                  <a:pt x="14838680" y="0"/>
                </a:cubicBezTo>
                <a:cubicBezTo>
                  <a:pt x="15097961" y="-27055"/>
                  <a:pt x="15147376" y="4662"/>
                  <a:pt x="15247620" y="0"/>
                </a:cubicBezTo>
                <a:cubicBezTo>
                  <a:pt x="15347864" y="-4662"/>
                  <a:pt x="15283210" y="1158"/>
                  <a:pt x="15306040" y="0"/>
                </a:cubicBezTo>
                <a:cubicBezTo>
                  <a:pt x="15328870" y="-1158"/>
                  <a:pt x="15675771" y="3634"/>
                  <a:pt x="15890240" y="0"/>
                </a:cubicBezTo>
                <a:cubicBezTo>
                  <a:pt x="16104709" y="-3634"/>
                  <a:pt x="16454908" y="90343"/>
                  <a:pt x="16649700" y="0"/>
                </a:cubicBezTo>
                <a:cubicBezTo>
                  <a:pt x="16844492" y="-90343"/>
                  <a:pt x="16818030" y="20982"/>
                  <a:pt x="16883380" y="0"/>
                </a:cubicBezTo>
                <a:cubicBezTo>
                  <a:pt x="16948730" y="-20982"/>
                  <a:pt x="16913393" y="127"/>
                  <a:pt x="16941800" y="0"/>
                </a:cubicBezTo>
                <a:cubicBezTo>
                  <a:pt x="16970207" y="-127"/>
                  <a:pt x="16972669" y="1861"/>
                  <a:pt x="17000220" y="0"/>
                </a:cubicBezTo>
                <a:cubicBezTo>
                  <a:pt x="17027771" y="-1861"/>
                  <a:pt x="17411134" y="41330"/>
                  <a:pt x="17526000" y="0"/>
                </a:cubicBezTo>
                <a:cubicBezTo>
                  <a:pt x="17543048" y="186469"/>
                  <a:pt x="17485717" y="302618"/>
                  <a:pt x="17526000" y="401574"/>
                </a:cubicBezTo>
                <a:cubicBezTo>
                  <a:pt x="17566283" y="500530"/>
                  <a:pt x="17437635" y="865709"/>
                  <a:pt x="17526000" y="1181100"/>
                </a:cubicBezTo>
                <a:cubicBezTo>
                  <a:pt x="17614365" y="1496491"/>
                  <a:pt x="17523196" y="1620495"/>
                  <a:pt x="17526000" y="1866138"/>
                </a:cubicBezTo>
                <a:cubicBezTo>
                  <a:pt x="17528804" y="2111781"/>
                  <a:pt x="17445369" y="2406911"/>
                  <a:pt x="17526000" y="2551176"/>
                </a:cubicBezTo>
                <a:cubicBezTo>
                  <a:pt x="17606631" y="2695441"/>
                  <a:pt x="17486678" y="2841054"/>
                  <a:pt x="17526000" y="2952750"/>
                </a:cubicBezTo>
                <a:cubicBezTo>
                  <a:pt x="17565322" y="3064446"/>
                  <a:pt x="17494954" y="3153178"/>
                  <a:pt x="17526000" y="3259836"/>
                </a:cubicBezTo>
                <a:cubicBezTo>
                  <a:pt x="17557046" y="3366494"/>
                  <a:pt x="17492583" y="3600489"/>
                  <a:pt x="17526000" y="3755898"/>
                </a:cubicBezTo>
                <a:cubicBezTo>
                  <a:pt x="17559417" y="3911307"/>
                  <a:pt x="17484596" y="4210088"/>
                  <a:pt x="17526000" y="4535424"/>
                </a:cubicBezTo>
                <a:cubicBezTo>
                  <a:pt x="17567404" y="4860760"/>
                  <a:pt x="17508542" y="4951708"/>
                  <a:pt x="17526000" y="5125974"/>
                </a:cubicBezTo>
                <a:cubicBezTo>
                  <a:pt x="17543458" y="5300240"/>
                  <a:pt x="17493581" y="5332923"/>
                  <a:pt x="17526000" y="5433060"/>
                </a:cubicBezTo>
                <a:cubicBezTo>
                  <a:pt x="17558419" y="5533197"/>
                  <a:pt x="17489054" y="5756502"/>
                  <a:pt x="17526000" y="5929122"/>
                </a:cubicBezTo>
                <a:cubicBezTo>
                  <a:pt x="17562946" y="6101742"/>
                  <a:pt x="17472386" y="6378838"/>
                  <a:pt x="17526000" y="6708648"/>
                </a:cubicBezTo>
                <a:cubicBezTo>
                  <a:pt x="17579614" y="7038458"/>
                  <a:pt x="17515477" y="6936695"/>
                  <a:pt x="17526000" y="7015734"/>
                </a:cubicBezTo>
                <a:cubicBezTo>
                  <a:pt x="17536523" y="7094773"/>
                  <a:pt x="17501251" y="7296806"/>
                  <a:pt x="17526000" y="7511796"/>
                </a:cubicBezTo>
                <a:cubicBezTo>
                  <a:pt x="17550749" y="7726786"/>
                  <a:pt x="17483347" y="7801199"/>
                  <a:pt x="17526000" y="7913370"/>
                </a:cubicBezTo>
                <a:cubicBezTo>
                  <a:pt x="17568653" y="8025541"/>
                  <a:pt x="17505427" y="8354986"/>
                  <a:pt x="17526000" y="8598408"/>
                </a:cubicBezTo>
                <a:cubicBezTo>
                  <a:pt x="17546573" y="8841830"/>
                  <a:pt x="17442034" y="9220051"/>
                  <a:pt x="17526000" y="9448800"/>
                </a:cubicBezTo>
                <a:cubicBezTo>
                  <a:pt x="17501527" y="9450084"/>
                  <a:pt x="17485987" y="9443960"/>
                  <a:pt x="17467580" y="9448800"/>
                </a:cubicBezTo>
                <a:cubicBezTo>
                  <a:pt x="17449173" y="9453640"/>
                  <a:pt x="16952504" y="9412668"/>
                  <a:pt x="16708120" y="9448800"/>
                </a:cubicBezTo>
                <a:cubicBezTo>
                  <a:pt x="16463736" y="9484932"/>
                  <a:pt x="16234747" y="9401663"/>
                  <a:pt x="15948660" y="9448800"/>
                </a:cubicBezTo>
                <a:cubicBezTo>
                  <a:pt x="15662573" y="9495937"/>
                  <a:pt x="15765066" y="9436660"/>
                  <a:pt x="15714980" y="9448800"/>
                </a:cubicBezTo>
                <a:cubicBezTo>
                  <a:pt x="15664894" y="9460940"/>
                  <a:pt x="15484411" y="9429391"/>
                  <a:pt x="15306040" y="9448800"/>
                </a:cubicBezTo>
                <a:cubicBezTo>
                  <a:pt x="15127669" y="9468209"/>
                  <a:pt x="14777006" y="9423372"/>
                  <a:pt x="14371320" y="9448800"/>
                </a:cubicBezTo>
                <a:cubicBezTo>
                  <a:pt x="13965634" y="9474228"/>
                  <a:pt x="13877208" y="9416816"/>
                  <a:pt x="13611860" y="9448800"/>
                </a:cubicBezTo>
                <a:cubicBezTo>
                  <a:pt x="13346512" y="9480784"/>
                  <a:pt x="13450311" y="9424986"/>
                  <a:pt x="13378180" y="9448800"/>
                </a:cubicBezTo>
                <a:cubicBezTo>
                  <a:pt x="13306049" y="9472614"/>
                  <a:pt x="13005716" y="9447497"/>
                  <a:pt x="12793980" y="9448800"/>
                </a:cubicBezTo>
                <a:cubicBezTo>
                  <a:pt x="12582244" y="9450103"/>
                  <a:pt x="12764492" y="9444809"/>
                  <a:pt x="12735560" y="9448800"/>
                </a:cubicBezTo>
                <a:cubicBezTo>
                  <a:pt x="12706628" y="9452791"/>
                  <a:pt x="12397898" y="9395374"/>
                  <a:pt x="12151360" y="9448800"/>
                </a:cubicBezTo>
                <a:cubicBezTo>
                  <a:pt x="11904822" y="9502226"/>
                  <a:pt x="11897940" y="9432085"/>
                  <a:pt x="11742420" y="9448800"/>
                </a:cubicBezTo>
                <a:cubicBezTo>
                  <a:pt x="11586900" y="9465515"/>
                  <a:pt x="11249936" y="9384261"/>
                  <a:pt x="10982960" y="9448800"/>
                </a:cubicBezTo>
                <a:cubicBezTo>
                  <a:pt x="10715984" y="9513339"/>
                  <a:pt x="10457314" y="9434419"/>
                  <a:pt x="10048240" y="9448800"/>
                </a:cubicBezTo>
                <a:cubicBezTo>
                  <a:pt x="9639166" y="9463181"/>
                  <a:pt x="10010594" y="9448608"/>
                  <a:pt x="9989820" y="9448800"/>
                </a:cubicBezTo>
                <a:cubicBezTo>
                  <a:pt x="9969046" y="9448992"/>
                  <a:pt x="9953130" y="9448341"/>
                  <a:pt x="9931400" y="9448800"/>
                </a:cubicBezTo>
                <a:cubicBezTo>
                  <a:pt x="9909670" y="9449259"/>
                  <a:pt x="9885017" y="9443761"/>
                  <a:pt x="9872980" y="9448800"/>
                </a:cubicBezTo>
                <a:cubicBezTo>
                  <a:pt x="9860943" y="9453839"/>
                  <a:pt x="9694600" y="9438623"/>
                  <a:pt x="9639300" y="9448800"/>
                </a:cubicBezTo>
                <a:cubicBezTo>
                  <a:pt x="9584000" y="9458977"/>
                  <a:pt x="9198577" y="9387293"/>
                  <a:pt x="9055100" y="9448800"/>
                </a:cubicBezTo>
                <a:cubicBezTo>
                  <a:pt x="8911623" y="9510307"/>
                  <a:pt x="8894549" y="9427707"/>
                  <a:pt x="8821420" y="9448800"/>
                </a:cubicBezTo>
                <a:cubicBezTo>
                  <a:pt x="8748291" y="9469893"/>
                  <a:pt x="8388468" y="9358677"/>
                  <a:pt x="8061960" y="9448800"/>
                </a:cubicBezTo>
                <a:cubicBezTo>
                  <a:pt x="7735452" y="9538923"/>
                  <a:pt x="7886700" y="9437909"/>
                  <a:pt x="7828280" y="9448800"/>
                </a:cubicBezTo>
                <a:cubicBezTo>
                  <a:pt x="7769860" y="9459691"/>
                  <a:pt x="7244167" y="9412165"/>
                  <a:pt x="6893560" y="9448800"/>
                </a:cubicBezTo>
                <a:cubicBezTo>
                  <a:pt x="6542953" y="9485435"/>
                  <a:pt x="6860241" y="9442590"/>
                  <a:pt x="6835140" y="9448800"/>
                </a:cubicBezTo>
                <a:cubicBezTo>
                  <a:pt x="6810039" y="9455010"/>
                  <a:pt x="6579402" y="9421980"/>
                  <a:pt x="6426200" y="9448800"/>
                </a:cubicBezTo>
                <a:cubicBezTo>
                  <a:pt x="6272998" y="9475620"/>
                  <a:pt x="5947593" y="9363879"/>
                  <a:pt x="5491480" y="9448800"/>
                </a:cubicBezTo>
                <a:cubicBezTo>
                  <a:pt x="5035367" y="9533721"/>
                  <a:pt x="5459885" y="9442265"/>
                  <a:pt x="5433060" y="9448800"/>
                </a:cubicBezTo>
                <a:cubicBezTo>
                  <a:pt x="5406235" y="9455335"/>
                  <a:pt x="4709370" y="9431858"/>
                  <a:pt x="4498340" y="9448800"/>
                </a:cubicBezTo>
                <a:cubicBezTo>
                  <a:pt x="4287310" y="9465742"/>
                  <a:pt x="4372964" y="9433905"/>
                  <a:pt x="4264660" y="9448800"/>
                </a:cubicBezTo>
                <a:cubicBezTo>
                  <a:pt x="4156356" y="9463695"/>
                  <a:pt x="3756726" y="9443237"/>
                  <a:pt x="3505200" y="9448800"/>
                </a:cubicBezTo>
                <a:cubicBezTo>
                  <a:pt x="3253674" y="9454363"/>
                  <a:pt x="2939141" y="9429286"/>
                  <a:pt x="2745740" y="9448800"/>
                </a:cubicBezTo>
                <a:cubicBezTo>
                  <a:pt x="2552339" y="9468314"/>
                  <a:pt x="2439008" y="9446030"/>
                  <a:pt x="2161540" y="9448800"/>
                </a:cubicBezTo>
                <a:cubicBezTo>
                  <a:pt x="1884072" y="9451570"/>
                  <a:pt x="1896054" y="9420451"/>
                  <a:pt x="1752600" y="9448800"/>
                </a:cubicBezTo>
                <a:cubicBezTo>
                  <a:pt x="1609146" y="9477149"/>
                  <a:pt x="1428326" y="9407393"/>
                  <a:pt x="1343660" y="9448800"/>
                </a:cubicBezTo>
                <a:cubicBezTo>
                  <a:pt x="1258994" y="9490207"/>
                  <a:pt x="1298932" y="9444631"/>
                  <a:pt x="1285240" y="9448800"/>
                </a:cubicBezTo>
                <a:cubicBezTo>
                  <a:pt x="1271548" y="9452969"/>
                  <a:pt x="385281" y="9382899"/>
                  <a:pt x="0" y="9448800"/>
                </a:cubicBezTo>
                <a:cubicBezTo>
                  <a:pt x="-28541" y="9282965"/>
                  <a:pt x="40023" y="8902109"/>
                  <a:pt x="0" y="8669274"/>
                </a:cubicBezTo>
                <a:cubicBezTo>
                  <a:pt x="-40023" y="8436439"/>
                  <a:pt x="21318" y="8350627"/>
                  <a:pt x="0" y="8078724"/>
                </a:cubicBezTo>
                <a:cubicBezTo>
                  <a:pt x="-21318" y="7806821"/>
                  <a:pt x="27180" y="7844743"/>
                  <a:pt x="0" y="7677150"/>
                </a:cubicBezTo>
                <a:cubicBezTo>
                  <a:pt x="-27180" y="7509557"/>
                  <a:pt x="33128" y="7497997"/>
                  <a:pt x="0" y="7370064"/>
                </a:cubicBezTo>
                <a:cubicBezTo>
                  <a:pt x="-33128" y="7242131"/>
                  <a:pt x="1686" y="6967724"/>
                  <a:pt x="0" y="6779514"/>
                </a:cubicBezTo>
                <a:cubicBezTo>
                  <a:pt x="-1686" y="6591304"/>
                  <a:pt x="16539" y="6489541"/>
                  <a:pt x="0" y="6377940"/>
                </a:cubicBezTo>
                <a:cubicBezTo>
                  <a:pt x="-16539" y="6266339"/>
                  <a:pt x="69443" y="6011655"/>
                  <a:pt x="0" y="5787390"/>
                </a:cubicBezTo>
                <a:cubicBezTo>
                  <a:pt x="-69443" y="5563125"/>
                  <a:pt x="88093" y="5288701"/>
                  <a:pt x="0" y="5007864"/>
                </a:cubicBezTo>
                <a:cubicBezTo>
                  <a:pt x="-88093" y="4727027"/>
                  <a:pt x="37495" y="4636157"/>
                  <a:pt x="0" y="4322826"/>
                </a:cubicBezTo>
                <a:cubicBezTo>
                  <a:pt x="-37495" y="4009495"/>
                  <a:pt x="43669" y="3782552"/>
                  <a:pt x="0" y="3637788"/>
                </a:cubicBezTo>
                <a:cubicBezTo>
                  <a:pt x="-43669" y="3493024"/>
                  <a:pt x="4838" y="3450148"/>
                  <a:pt x="0" y="3330702"/>
                </a:cubicBezTo>
                <a:cubicBezTo>
                  <a:pt x="-4838" y="3211256"/>
                  <a:pt x="18609" y="2874411"/>
                  <a:pt x="0" y="2740152"/>
                </a:cubicBezTo>
                <a:cubicBezTo>
                  <a:pt x="-18609" y="2605893"/>
                  <a:pt x="22824" y="2377692"/>
                  <a:pt x="0" y="2149602"/>
                </a:cubicBezTo>
                <a:cubicBezTo>
                  <a:pt x="-22824" y="1921512"/>
                  <a:pt x="56547" y="1825115"/>
                  <a:pt x="0" y="1653540"/>
                </a:cubicBezTo>
                <a:cubicBezTo>
                  <a:pt x="-56547" y="1481965"/>
                  <a:pt x="23965" y="1321129"/>
                  <a:pt x="0" y="1062990"/>
                </a:cubicBezTo>
                <a:cubicBezTo>
                  <a:pt x="-23965" y="804851"/>
                  <a:pt x="30208" y="756717"/>
                  <a:pt x="0" y="661416"/>
                </a:cubicBezTo>
                <a:cubicBezTo>
                  <a:pt x="-30208" y="566115"/>
                  <a:pt x="58988" y="30206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0749266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336D40-3CD4-5DAC-DFEF-8ACAC220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7" y="4862745"/>
            <a:ext cx="7757561" cy="775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3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34987" y="0"/>
            <a:ext cx="1710961" cy="10674983"/>
            <a:chOff x="0" y="0"/>
            <a:chExt cx="450623" cy="28115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623" cy="2811518"/>
            </a:xfrm>
            <a:custGeom>
              <a:avLst/>
              <a:gdLst/>
              <a:ahLst/>
              <a:cxnLst/>
              <a:rect l="l" t="t" r="r" b="b"/>
              <a:pathLst>
                <a:path w="450623" h="2811518">
                  <a:moveTo>
                    <a:pt x="0" y="0"/>
                  </a:moveTo>
                  <a:lnTo>
                    <a:pt x="450623" y="0"/>
                  </a:lnTo>
                  <a:lnTo>
                    <a:pt x="450623" y="2811518"/>
                  </a:lnTo>
                  <a:lnTo>
                    <a:pt x="0" y="2811518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50623" cy="283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62506" y="0"/>
            <a:ext cx="6597492" cy="10287000"/>
            <a:chOff x="0" y="0"/>
            <a:chExt cx="1022124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2124" cy="1593725"/>
            </a:xfrm>
            <a:custGeom>
              <a:avLst/>
              <a:gdLst/>
              <a:ahLst/>
              <a:cxnLst/>
              <a:rect l="l" t="t" r="r" b="b"/>
              <a:pathLst>
                <a:path w="1022124" h="1593725">
                  <a:moveTo>
                    <a:pt x="0" y="0"/>
                  </a:moveTo>
                  <a:lnTo>
                    <a:pt x="1022124" y="0"/>
                  </a:lnTo>
                  <a:lnTo>
                    <a:pt x="102212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2369" r="-123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953112" y="266700"/>
            <a:ext cx="8963620" cy="1610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88"/>
              </a:lnSpc>
              <a:spcBef>
                <a:spcPct val="0"/>
              </a:spcBef>
            </a:pPr>
            <a:r>
              <a:rPr lang="en-US" sz="10299" dirty="0">
                <a:solidFill>
                  <a:srgbClr val="000000"/>
                </a:solidFill>
                <a:latin typeface="Slopes"/>
                <a:ea typeface="Slopes"/>
                <a:cs typeface="Slopes"/>
                <a:sym typeface="Slopes"/>
              </a:rPr>
              <a:t>Descriptive Statistic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6000" y="2552700"/>
            <a:ext cx="11046139" cy="6343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76"/>
              </a:lnSpc>
              <a:spcBef>
                <a:spcPct val="0"/>
              </a:spcBef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Calculated :</a:t>
            </a:r>
          </a:p>
          <a:p>
            <a:pPr marL="285750" indent="-285750" algn="ctr">
              <a:lnSpc>
                <a:spcPts val="5576"/>
              </a:lnSpc>
              <a:spcBef>
                <a:spcPct val="0"/>
              </a:spcBef>
              <a:buFont typeface="Wingdings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</a:t>
            </a:r>
          </a:p>
          <a:p>
            <a:pPr marL="285750" indent="-285750" algn="ctr">
              <a:lnSpc>
                <a:spcPts val="5576"/>
              </a:lnSpc>
              <a:spcBef>
                <a:spcPct val="0"/>
              </a:spcBef>
              <a:buFont typeface="Wingdings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  <a:p>
            <a:pPr marL="285750" indent="-285750" algn="ctr">
              <a:lnSpc>
                <a:spcPts val="5576"/>
              </a:lnSpc>
              <a:spcBef>
                <a:spcPct val="0"/>
              </a:spcBef>
              <a:buFont typeface="Wingdings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</a:p>
          <a:p>
            <a:pPr marL="285750" indent="-285750" algn="ctr">
              <a:lnSpc>
                <a:spcPts val="5576"/>
              </a:lnSpc>
              <a:spcBef>
                <a:spcPct val="0"/>
              </a:spcBef>
              <a:buFont typeface="Wingdings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&amp; standard deviation for numerical variables</a:t>
            </a:r>
          </a:p>
          <a:p>
            <a:pPr>
              <a:lnSpc>
                <a:spcPts val="5576"/>
              </a:lnSpc>
              <a:spcBef>
                <a:spcPct val="0"/>
              </a:spcBef>
            </a:pPr>
            <a:b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Analysed distribution of key features</a:t>
            </a:r>
            <a:b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frequency counts for categorical variables</a:t>
            </a:r>
            <a:b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Helped identify outliers and data variability</a:t>
            </a:r>
            <a:endParaRPr lang="en-US" sz="48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70F17-B1CD-9457-1BD1-F556B590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04B6705-4104-CF29-8A96-6D160529D0EF}"/>
              </a:ext>
            </a:extLst>
          </p:cNvPr>
          <p:cNvSpPr txBox="1"/>
          <p:nvPr/>
        </p:nvSpPr>
        <p:spPr>
          <a:xfrm>
            <a:off x="8610600" y="899577"/>
            <a:ext cx="7677273" cy="113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86"/>
              </a:lnSpc>
              <a:spcBef>
                <a:spcPct val="0"/>
              </a:spcBef>
            </a:pPr>
            <a:r>
              <a:rPr lang="en-US" sz="6729" u="sng" spc="53" dirty="0">
                <a:solidFill>
                  <a:schemeClr val="accent1">
                    <a:lumMod val="75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INSIGHTS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82742-6B78-D8D3-C6A2-ED33232DB556}"/>
              </a:ext>
            </a:extLst>
          </p:cNvPr>
          <p:cNvSpPr txBox="1"/>
          <p:nvPr/>
        </p:nvSpPr>
        <p:spPr>
          <a:xfrm>
            <a:off x="2794000" y="1465600"/>
            <a:ext cx="15468600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 with larger engine size and higher horsepower tend to be more expensive</a:t>
            </a:r>
          </a:p>
          <a:p>
            <a:endParaRPr lang="en-GB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efficiency is generally associated with lower prices</a:t>
            </a:r>
          </a:p>
          <a:p>
            <a:endParaRPr lang="en-GB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and performance brands have higher average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size and curb weight show strong correlation with price</a:t>
            </a:r>
            <a:br>
              <a:rPr lang="en-GB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00349-89B5-EEC0-0B9B-5C4075B09631}"/>
              </a:ext>
            </a:extLst>
          </p:cNvPr>
          <p:cNvSpPr/>
          <p:nvPr/>
        </p:nvSpPr>
        <p:spPr>
          <a:xfrm>
            <a:off x="381000" y="342900"/>
            <a:ext cx="17449800" cy="9525000"/>
          </a:xfrm>
          <a:prstGeom prst="rect">
            <a:avLst/>
          </a:prstGeom>
          <a:noFill/>
          <a:ln>
            <a:solidFill>
              <a:schemeClr val="tx2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5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55FB9-523D-A309-7B6F-482776DF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DF774B-F80B-528B-E01E-633BCDF0D094}"/>
              </a:ext>
            </a:extLst>
          </p:cNvPr>
          <p:cNvGrpSpPr/>
          <p:nvPr/>
        </p:nvGrpSpPr>
        <p:grpSpPr>
          <a:xfrm rot="-5400000">
            <a:off x="12020799" y="6265458"/>
            <a:ext cx="10300457" cy="1670310"/>
            <a:chOff x="0" y="0"/>
            <a:chExt cx="1876002" cy="3042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F50203-0D5E-DD9E-BE05-B7D9EB13BDEF}"/>
                </a:ext>
              </a:extLst>
            </p:cNvPr>
            <p:cNvSpPr/>
            <p:nvPr/>
          </p:nvSpPr>
          <p:spPr>
            <a:xfrm>
              <a:off x="0" y="0"/>
              <a:ext cx="1876002" cy="304210"/>
            </a:xfrm>
            <a:custGeom>
              <a:avLst/>
              <a:gdLst/>
              <a:ahLst/>
              <a:cxnLst/>
              <a:rect l="l" t="t" r="r" b="b"/>
              <a:pathLst>
                <a:path w="1876002" h="304210">
                  <a:moveTo>
                    <a:pt x="1672802" y="0"/>
                  </a:moveTo>
                  <a:lnTo>
                    <a:pt x="0" y="0"/>
                  </a:lnTo>
                  <a:lnTo>
                    <a:pt x="203200" y="304210"/>
                  </a:lnTo>
                  <a:lnTo>
                    <a:pt x="1876002" y="30421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16A902D-A956-B4EE-50BD-6DB7FBF3675D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323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F03035C-025B-583B-DB21-D98D46B0FB9A}"/>
              </a:ext>
            </a:extLst>
          </p:cNvPr>
          <p:cNvGrpSpPr/>
          <p:nvPr/>
        </p:nvGrpSpPr>
        <p:grpSpPr>
          <a:xfrm rot="-5400000">
            <a:off x="-1087696" y="1776226"/>
            <a:ext cx="5689104" cy="275488"/>
            <a:chOff x="0" y="0"/>
            <a:chExt cx="4519796" cy="2188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C212357-7093-AA50-EB48-3A8CBE93B2D1}"/>
                </a:ext>
              </a:extLst>
            </p:cNvPr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5E3C20-FF37-F331-618F-79BD88AF87ED}"/>
                </a:ext>
              </a:extLst>
            </p:cNvPr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B2A01FF-EB75-8070-E379-BA0E3117CBB3}"/>
              </a:ext>
            </a:extLst>
          </p:cNvPr>
          <p:cNvGrpSpPr/>
          <p:nvPr/>
        </p:nvGrpSpPr>
        <p:grpSpPr>
          <a:xfrm rot="-5400000">
            <a:off x="-4007098" y="1357823"/>
            <a:ext cx="9534019" cy="1112295"/>
            <a:chOff x="0" y="0"/>
            <a:chExt cx="1876002" cy="21886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ECF5AB1-CE4B-C4AD-FED5-00FFB16B9017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1B2BB6E-6F18-04F9-D08A-1FE6ACE536F1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35415C0A-89A9-77E6-8972-9138DE73068D}"/>
              </a:ext>
            </a:extLst>
          </p:cNvPr>
          <p:cNvSpPr/>
          <p:nvPr/>
        </p:nvSpPr>
        <p:spPr>
          <a:xfrm>
            <a:off x="16059647" y="3826354"/>
            <a:ext cx="0" cy="129212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CA95242-1DE5-5C64-20AB-6A3BD0D9F972}"/>
              </a:ext>
            </a:extLst>
          </p:cNvPr>
          <p:cNvSpPr/>
          <p:nvPr/>
        </p:nvSpPr>
        <p:spPr>
          <a:xfrm flipH="1">
            <a:off x="7903044" y="299373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100382-B221-1F23-5787-864F5341B011}"/>
              </a:ext>
            </a:extLst>
          </p:cNvPr>
          <p:cNvSpPr txBox="1"/>
          <p:nvPr/>
        </p:nvSpPr>
        <p:spPr>
          <a:xfrm>
            <a:off x="2355598" y="809625"/>
            <a:ext cx="13297133" cy="1788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93"/>
              </a:lnSpc>
            </a:pPr>
            <a:r>
              <a:rPr lang="en-US" sz="10780" dirty="0">
                <a:solidFill>
                  <a:srgbClr val="000000"/>
                </a:solidFill>
                <a:latin typeface="Slopes"/>
                <a:ea typeface="Slopes"/>
                <a:cs typeface="Slopes"/>
                <a:sym typeface="Slopes"/>
              </a:rPr>
              <a:t>MODEL IMPLEMENTATION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6236044-50D9-1D39-AA2F-CB5488EA4475}"/>
              </a:ext>
            </a:extLst>
          </p:cNvPr>
          <p:cNvSpPr txBox="1"/>
          <p:nvPr/>
        </p:nvSpPr>
        <p:spPr>
          <a:xfrm>
            <a:off x="2484025" y="3826354"/>
            <a:ext cx="13040277" cy="677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GB" sz="4000" dirty="0"/>
              <a:t>• Selected price as the target variable</a:t>
            </a:r>
          </a:p>
          <a:p>
            <a:pPr algn="ctr"/>
            <a:br>
              <a:rPr lang="en-GB" sz="4000" dirty="0"/>
            </a:br>
            <a:r>
              <a:rPr lang="en-GB" sz="4000" dirty="0"/>
              <a:t>• Encoded categorical variables </a:t>
            </a:r>
          </a:p>
          <a:p>
            <a:pPr algn="ctr"/>
            <a:endParaRPr lang="en-GB" sz="4000" dirty="0"/>
          </a:p>
          <a:p>
            <a:pPr algn="ctr"/>
            <a:r>
              <a:rPr lang="en-GB" sz="4000" dirty="0"/>
              <a:t>• Scaled numerical features where required</a:t>
            </a:r>
          </a:p>
          <a:p>
            <a:pPr algn="ctr"/>
            <a:br>
              <a:rPr lang="en-GB" sz="4000" dirty="0"/>
            </a:br>
            <a:r>
              <a:rPr lang="en-GB" sz="4000" dirty="0"/>
              <a:t>• Split data into training and testing sets </a:t>
            </a:r>
          </a:p>
          <a:p>
            <a:pPr algn="ctr"/>
            <a:br>
              <a:rPr lang="en-GB" sz="4000" dirty="0"/>
            </a:br>
            <a:r>
              <a:rPr lang="en-GB" sz="4000" dirty="0"/>
              <a:t>• Trained a Multiple Linear Regression model</a:t>
            </a:r>
          </a:p>
          <a:p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5BFF7-E11E-ADDE-0F6F-BB43FAD38CF9}"/>
              </a:ext>
            </a:extLst>
          </p:cNvPr>
          <p:cNvSpPr txBox="1"/>
          <p:nvPr/>
        </p:nvSpPr>
        <p:spPr>
          <a:xfrm>
            <a:off x="3886200" y="3108635"/>
            <a:ext cx="25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800" b="1" dirty="0"/>
              <a:t>Steps Taken: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9817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6DFB4-872C-2A68-04BC-CB2F81A9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2C7A3D-7BD8-CB3A-2F1A-8EDEB92BAD37}"/>
              </a:ext>
            </a:extLst>
          </p:cNvPr>
          <p:cNvGrpSpPr/>
          <p:nvPr/>
        </p:nvGrpSpPr>
        <p:grpSpPr>
          <a:xfrm>
            <a:off x="-1828800" y="1028700"/>
            <a:ext cx="16169574" cy="2258023"/>
            <a:chOff x="0" y="0"/>
            <a:chExt cx="1876002" cy="218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8D28DB-EEFF-13A5-E775-092E704474A0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12F0DD-54DD-D528-3195-DC460D84E3B5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0870D46-66C1-488F-DC4A-A2A3ABD94CB2}"/>
              </a:ext>
            </a:extLst>
          </p:cNvPr>
          <p:cNvGrpSpPr/>
          <p:nvPr/>
        </p:nvGrpSpPr>
        <p:grpSpPr>
          <a:xfrm>
            <a:off x="12573606" y="3743682"/>
            <a:ext cx="3314591" cy="3314591"/>
            <a:chOff x="0" y="0"/>
            <a:chExt cx="4872604" cy="487260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AA3D349-0CDD-BD4B-B2F9-FD6B14E287EE}"/>
                </a:ext>
              </a:extLst>
            </p:cNvPr>
            <p:cNvSpPr/>
            <p:nvPr/>
          </p:nvSpPr>
          <p:spPr>
            <a:xfrm>
              <a:off x="0" y="0"/>
              <a:ext cx="4872609" cy="4872609"/>
            </a:xfrm>
            <a:custGeom>
              <a:avLst/>
              <a:gdLst/>
              <a:ahLst/>
              <a:cxnLst/>
              <a:rect l="l" t="t" r="r" b="b"/>
              <a:pathLst>
                <a:path w="4872609" h="4872609">
                  <a:moveTo>
                    <a:pt x="1061593" y="2436241"/>
                  </a:moveTo>
                  <a:cubicBezTo>
                    <a:pt x="1061593" y="1687957"/>
                    <a:pt x="1688084" y="1061466"/>
                    <a:pt x="2436368" y="1061466"/>
                  </a:cubicBezTo>
                  <a:cubicBezTo>
                    <a:pt x="3202051" y="1061466"/>
                    <a:pt x="3811143" y="1687957"/>
                    <a:pt x="3811143" y="2436241"/>
                  </a:cubicBezTo>
                  <a:cubicBezTo>
                    <a:pt x="3811143" y="3201924"/>
                    <a:pt x="3202051" y="3811016"/>
                    <a:pt x="2436368" y="3811016"/>
                  </a:cubicBezTo>
                  <a:cubicBezTo>
                    <a:pt x="2436368" y="4872609"/>
                    <a:pt x="2436368" y="4872609"/>
                    <a:pt x="2436368" y="4872609"/>
                  </a:cubicBezTo>
                  <a:cubicBezTo>
                    <a:pt x="3776345" y="4872609"/>
                    <a:pt x="4872609" y="3776218"/>
                    <a:pt x="4872609" y="2436368"/>
                  </a:cubicBezTo>
                  <a:cubicBezTo>
                    <a:pt x="4872609" y="1096518"/>
                    <a:pt x="3776218" y="0"/>
                    <a:pt x="2436241" y="0"/>
                  </a:cubicBezTo>
                  <a:cubicBezTo>
                    <a:pt x="1096264" y="0"/>
                    <a:pt x="0" y="1096391"/>
                    <a:pt x="0" y="2436241"/>
                  </a:cubicBezTo>
                  <a:lnTo>
                    <a:pt x="1061593" y="2436241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B760BFC-D0BC-7FBD-457F-364005BBE5C0}"/>
              </a:ext>
            </a:extLst>
          </p:cNvPr>
          <p:cNvGrpSpPr/>
          <p:nvPr/>
        </p:nvGrpSpPr>
        <p:grpSpPr>
          <a:xfrm>
            <a:off x="9981212" y="3767100"/>
            <a:ext cx="3314591" cy="3326378"/>
            <a:chOff x="0" y="0"/>
            <a:chExt cx="4872604" cy="488993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C3DF121-DEF2-E2EF-BCA8-919F27CEB132}"/>
                </a:ext>
              </a:extLst>
            </p:cNvPr>
            <p:cNvSpPr/>
            <p:nvPr/>
          </p:nvSpPr>
          <p:spPr>
            <a:xfrm>
              <a:off x="0" y="0"/>
              <a:ext cx="4872609" cy="4889881"/>
            </a:xfrm>
            <a:custGeom>
              <a:avLst/>
              <a:gdLst/>
              <a:ahLst/>
              <a:cxnLst/>
              <a:rect l="l" t="t" r="r" b="b"/>
              <a:pathLst>
                <a:path w="4872609" h="4889881">
                  <a:moveTo>
                    <a:pt x="3811016" y="2453640"/>
                  </a:moveTo>
                  <a:cubicBezTo>
                    <a:pt x="3811016" y="3201924"/>
                    <a:pt x="3201924" y="3828415"/>
                    <a:pt x="2436241" y="3828415"/>
                  </a:cubicBezTo>
                  <a:cubicBezTo>
                    <a:pt x="1687957" y="3828415"/>
                    <a:pt x="1061466" y="3201924"/>
                    <a:pt x="1061466" y="2453640"/>
                  </a:cubicBezTo>
                  <a:cubicBezTo>
                    <a:pt x="1061466" y="1687957"/>
                    <a:pt x="1687957" y="1078865"/>
                    <a:pt x="2436241" y="1078865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264"/>
                    <a:pt x="0" y="2453640"/>
                  </a:cubicBezTo>
                  <a:cubicBezTo>
                    <a:pt x="0" y="3793617"/>
                    <a:pt x="1096391" y="4889881"/>
                    <a:pt x="2436241" y="4889881"/>
                  </a:cubicBezTo>
                  <a:cubicBezTo>
                    <a:pt x="3776091" y="4889881"/>
                    <a:pt x="4872609" y="3793617"/>
                    <a:pt x="4872609" y="2453640"/>
                  </a:cubicBezTo>
                  <a:lnTo>
                    <a:pt x="3811016" y="2453640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3D85D24-81C5-8E25-98C6-9A5753CD3038}"/>
              </a:ext>
            </a:extLst>
          </p:cNvPr>
          <p:cNvGrpSpPr/>
          <p:nvPr/>
        </p:nvGrpSpPr>
        <p:grpSpPr>
          <a:xfrm>
            <a:off x="12548713" y="6337440"/>
            <a:ext cx="3314591" cy="3315573"/>
            <a:chOff x="0" y="0"/>
            <a:chExt cx="4872604" cy="487404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1610B01-08B9-D630-3DEA-84A6E80C8FA4}"/>
                </a:ext>
              </a:extLst>
            </p:cNvPr>
            <p:cNvSpPr/>
            <p:nvPr/>
          </p:nvSpPr>
          <p:spPr>
            <a:xfrm>
              <a:off x="0" y="0"/>
              <a:ext cx="4872482" cy="4874006"/>
            </a:xfrm>
            <a:custGeom>
              <a:avLst/>
              <a:gdLst/>
              <a:ahLst/>
              <a:cxnLst/>
              <a:rect l="l" t="t" r="r" b="b"/>
              <a:pathLst>
                <a:path w="4872482" h="4874006">
                  <a:moveTo>
                    <a:pt x="3811016" y="2437003"/>
                  </a:moveTo>
                  <a:cubicBezTo>
                    <a:pt x="3811016" y="3202940"/>
                    <a:pt x="3201924" y="3812159"/>
                    <a:pt x="2436241" y="3812159"/>
                  </a:cubicBezTo>
                  <a:cubicBezTo>
                    <a:pt x="1687957" y="3812159"/>
                    <a:pt x="1061466" y="3202940"/>
                    <a:pt x="1061466" y="2437003"/>
                  </a:cubicBezTo>
                  <a:cubicBezTo>
                    <a:pt x="1061466" y="1688465"/>
                    <a:pt x="1687957" y="1061847"/>
                    <a:pt x="2436241" y="1061847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645"/>
                    <a:pt x="0" y="2437003"/>
                  </a:cubicBezTo>
                  <a:cubicBezTo>
                    <a:pt x="0" y="3777361"/>
                    <a:pt x="1096391" y="4874006"/>
                    <a:pt x="2436241" y="4874006"/>
                  </a:cubicBezTo>
                  <a:cubicBezTo>
                    <a:pt x="3776091" y="4874006"/>
                    <a:pt x="4872482" y="3777361"/>
                    <a:pt x="4872482" y="2437003"/>
                  </a:cubicBezTo>
                  <a:lnTo>
                    <a:pt x="3811016" y="2437003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BB49B6B-EA3C-5CA8-C805-7FD135DD3E2B}"/>
              </a:ext>
            </a:extLst>
          </p:cNvPr>
          <p:cNvGrpSpPr/>
          <p:nvPr/>
        </p:nvGrpSpPr>
        <p:grpSpPr>
          <a:xfrm>
            <a:off x="10878301" y="4617656"/>
            <a:ext cx="1520413" cy="1520413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BCA5881-26E8-A6E7-4601-76F5C2704E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B42FA7F-E347-7991-30AD-FA6CBCCCB6AE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3ABF116-C74E-4BD1-E6E7-FA10BE608836}"/>
              </a:ext>
            </a:extLst>
          </p:cNvPr>
          <p:cNvGrpSpPr/>
          <p:nvPr/>
        </p:nvGrpSpPr>
        <p:grpSpPr>
          <a:xfrm>
            <a:off x="13469664" y="7244657"/>
            <a:ext cx="1522475" cy="1522475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2E662C0-BD55-A6C9-F975-BA6DEA99C5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91ED62E-9B4B-B2D2-3D07-ACC0924BAE8C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20488C2-2FD8-6B30-00E3-9645EB267EF7}"/>
              </a:ext>
            </a:extLst>
          </p:cNvPr>
          <p:cNvGrpSpPr/>
          <p:nvPr/>
        </p:nvGrpSpPr>
        <p:grpSpPr>
          <a:xfrm>
            <a:off x="13447581" y="4617656"/>
            <a:ext cx="1566642" cy="1566642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63E9653-534B-D9A7-E317-B56036AD274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D357A02-BF9A-6D3D-14E2-D9DDBEB17F68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4F5E2E9-B0DB-C059-CF61-F8532A35E7D1}"/>
              </a:ext>
            </a:extLst>
          </p:cNvPr>
          <p:cNvSpPr/>
          <p:nvPr/>
        </p:nvSpPr>
        <p:spPr>
          <a:xfrm>
            <a:off x="11135381" y="4897605"/>
            <a:ext cx="1006253" cy="960515"/>
          </a:xfrm>
          <a:custGeom>
            <a:avLst/>
            <a:gdLst/>
            <a:ahLst/>
            <a:cxnLst/>
            <a:rect l="l" t="t" r="r" b="b"/>
            <a:pathLst>
              <a:path w="1006253" h="960515">
                <a:moveTo>
                  <a:pt x="0" y="0"/>
                </a:moveTo>
                <a:lnTo>
                  <a:pt x="1006253" y="0"/>
                </a:lnTo>
                <a:lnTo>
                  <a:pt x="1006253" y="960515"/>
                </a:lnTo>
                <a:lnTo>
                  <a:pt x="0" y="960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1A8A394C-15DA-F846-4C5F-4AF3668F0C8C}"/>
              </a:ext>
            </a:extLst>
          </p:cNvPr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B0CE415-45FC-B5E9-AA81-FEE965695924}"/>
              </a:ext>
            </a:extLst>
          </p:cNvPr>
          <p:cNvSpPr txBox="1"/>
          <p:nvPr/>
        </p:nvSpPr>
        <p:spPr>
          <a:xfrm>
            <a:off x="1827052" y="1443857"/>
            <a:ext cx="9308329" cy="259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12"/>
              </a:lnSpc>
            </a:pPr>
            <a:r>
              <a:rPr lang="en-US" sz="7545" spc="60" dirty="0">
                <a:solidFill>
                  <a:srgbClr val="FFFFFF"/>
                </a:solidFill>
                <a:latin typeface="Slopes"/>
                <a:ea typeface="Slopes"/>
                <a:cs typeface="Slopes"/>
                <a:sym typeface="Slopes"/>
              </a:rPr>
              <a:t>Model Evaluation </a:t>
            </a:r>
          </a:p>
          <a:p>
            <a:pPr marL="0" lvl="0" indent="0" algn="ctr">
              <a:lnSpc>
                <a:spcPts val="10412"/>
              </a:lnSpc>
              <a:spcBef>
                <a:spcPct val="0"/>
              </a:spcBef>
            </a:pPr>
            <a:r>
              <a:rPr lang="en-US" sz="7545" spc="60" dirty="0">
                <a:solidFill>
                  <a:srgbClr val="FFFFFF"/>
                </a:solidFill>
                <a:latin typeface="Slopes"/>
                <a:ea typeface="Slopes"/>
                <a:cs typeface="Slopes"/>
                <a:sym typeface="Slopes"/>
              </a:rPr>
              <a:t> 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F0E72F4-8B81-30A9-A9DC-82EB2D9EA253}"/>
              </a:ext>
            </a:extLst>
          </p:cNvPr>
          <p:cNvGrpSpPr/>
          <p:nvPr/>
        </p:nvGrpSpPr>
        <p:grpSpPr>
          <a:xfrm>
            <a:off x="916860" y="3148979"/>
            <a:ext cx="5689104" cy="275488"/>
            <a:chOff x="0" y="0"/>
            <a:chExt cx="4519796" cy="218865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D26D670-A513-002B-34F4-A55953A4048F}"/>
                </a:ext>
              </a:extLst>
            </p:cNvPr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6037161-8527-834E-CD9B-63F3C476DB6B}"/>
                </a:ext>
              </a:extLst>
            </p:cNvPr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838F97C9-01B0-F8C0-CEB9-F9339DD1523E}"/>
              </a:ext>
            </a:extLst>
          </p:cNvPr>
          <p:cNvGrpSpPr/>
          <p:nvPr/>
        </p:nvGrpSpPr>
        <p:grpSpPr>
          <a:xfrm>
            <a:off x="12085550" y="-131220"/>
            <a:ext cx="9534019" cy="1112295"/>
            <a:chOff x="0" y="0"/>
            <a:chExt cx="1876002" cy="218865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C97A411-8560-6FDD-3711-4258726D5272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4D84BD6-6A67-CD81-D900-AB518CFE4AB0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AutoShape 29">
            <a:extLst>
              <a:ext uri="{FF2B5EF4-FFF2-40B4-BE49-F238E27FC236}">
                <a16:creationId xmlns:a16="http://schemas.microsoft.com/office/drawing/2014/main" id="{BAC94B89-F85E-0A94-C8E8-2DBDE10FC217}"/>
              </a:ext>
            </a:extLst>
          </p:cNvPr>
          <p:cNvSpPr/>
          <p:nvPr/>
        </p:nvSpPr>
        <p:spPr>
          <a:xfrm>
            <a:off x="-715490" y="962025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649F52BA-B39A-D535-54BD-CFD2405D73E6}"/>
              </a:ext>
            </a:extLst>
          </p:cNvPr>
          <p:cNvSpPr/>
          <p:nvPr/>
        </p:nvSpPr>
        <p:spPr>
          <a:xfrm>
            <a:off x="13779447" y="7532947"/>
            <a:ext cx="902910" cy="902910"/>
          </a:xfrm>
          <a:custGeom>
            <a:avLst/>
            <a:gdLst/>
            <a:ahLst/>
            <a:cxnLst/>
            <a:rect l="l" t="t" r="r" b="b"/>
            <a:pathLst>
              <a:path w="902910" h="902910">
                <a:moveTo>
                  <a:pt x="0" y="0"/>
                </a:moveTo>
                <a:lnTo>
                  <a:pt x="902910" y="0"/>
                </a:lnTo>
                <a:lnTo>
                  <a:pt x="902910" y="902910"/>
                </a:lnTo>
                <a:lnTo>
                  <a:pt x="0" y="902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2092AC9-820A-552C-D30F-3BFF549E2678}"/>
              </a:ext>
            </a:extLst>
          </p:cNvPr>
          <p:cNvSpPr txBox="1"/>
          <p:nvPr/>
        </p:nvSpPr>
        <p:spPr>
          <a:xfrm>
            <a:off x="530946" y="4138918"/>
            <a:ext cx="9831032" cy="5722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8"/>
              </a:lnSpc>
              <a:spcBef>
                <a:spcPct val="0"/>
              </a:spcBef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using R² score and Mean Squared Error </a:t>
            </a:r>
          </a:p>
          <a:p>
            <a:pPr>
              <a:lnSpc>
                <a:spcPts val="4488"/>
              </a:lnSpc>
              <a:spcBef>
                <a:spcPct val="0"/>
              </a:spcBef>
            </a:pPr>
            <a:b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Training and testing performance compared</a:t>
            </a:r>
          </a:p>
          <a:p>
            <a:pPr>
              <a:lnSpc>
                <a:spcPts val="4488"/>
              </a:lnSpc>
              <a:spcBef>
                <a:spcPct val="0"/>
              </a:spcBef>
            </a:pPr>
            <a:b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shows good explanatory power for price variation</a:t>
            </a:r>
          </a:p>
          <a:p>
            <a:pPr>
              <a:lnSpc>
                <a:spcPts val="4488"/>
              </a:lnSpc>
              <a:spcBef>
                <a:spcPct val="0"/>
              </a:spcBef>
            </a:pPr>
            <a:b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prediction errors exist due to brand and market factors</a:t>
            </a:r>
            <a:endParaRPr lang="en-US" sz="54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F424835F-B1B0-A6F8-8B01-1BBA1F2629A9}"/>
              </a:ext>
            </a:extLst>
          </p:cNvPr>
          <p:cNvSpPr/>
          <p:nvPr/>
        </p:nvSpPr>
        <p:spPr>
          <a:xfrm>
            <a:off x="17970319" y="1699426"/>
            <a:ext cx="0" cy="83173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72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E49F3-0002-A2EA-75E1-8E484C5F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C5A5ED-B341-A7DF-4BE1-3FE5987D841F}"/>
              </a:ext>
            </a:extLst>
          </p:cNvPr>
          <p:cNvGrpSpPr/>
          <p:nvPr/>
        </p:nvGrpSpPr>
        <p:grpSpPr>
          <a:xfrm rot="-5400000">
            <a:off x="12020799" y="6265458"/>
            <a:ext cx="10300457" cy="1670310"/>
            <a:chOff x="0" y="0"/>
            <a:chExt cx="1876002" cy="3042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EFA4CC-4303-A3A0-83EE-BED14FE9145D}"/>
                </a:ext>
              </a:extLst>
            </p:cNvPr>
            <p:cNvSpPr/>
            <p:nvPr/>
          </p:nvSpPr>
          <p:spPr>
            <a:xfrm>
              <a:off x="0" y="0"/>
              <a:ext cx="1876002" cy="304210"/>
            </a:xfrm>
            <a:custGeom>
              <a:avLst/>
              <a:gdLst/>
              <a:ahLst/>
              <a:cxnLst/>
              <a:rect l="l" t="t" r="r" b="b"/>
              <a:pathLst>
                <a:path w="1876002" h="304210">
                  <a:moveTo>
                    <a:pt x="1672802" y="0"/>
                  </a:moveTo>
                  <a:lnTo>
                    <a:pt x="0" y="0"/>
                  </a:lnTo>
                  <a:lnTo>
                    <a:pt x="203200" y="304210"/>
                  </a:lnTo>
                  <a:lnTo>
                    <a:pt x="1876002" y="30421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0556DDE-C502-A6B2-0609-3D0EE1301F54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323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EDA9720-DF7A-879B-FE9A-5C182F2250DB}"/>
              </a:ext>
            </a:extLst>
          </p:cNvPr>
          <p:cNvGrpSpPr/>
          <p:nvPr/>
        </p:nvGrpSpPr>
        <p:grpSpPr>
          <a:xfrm>
            <a:off x="-1371600" y="1189814"/>
            <a:ext cx="5689104" cy="275488"/>
            <a:chOff x="0" y="0"/>
            <a:chExt cx="4519796" cy="2188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C9EA591-C7CD-8389-AD28-2C5B64B4EC9E}"/>
                </a:ext>
              </a:extLst>
            </p:cNvPr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FE77CE5-BBF6-1E64-7C27-33A881F12C18}"/>
                </a:ext>
              </a:extLst>
            </p:cNvPr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78E289C-E813-905A-2171-8B2F1FD782D1}"/>
              </a:ext>
            </a:extLst>
          </p:cNvPr>
          <p:cNvGrpSpPr/>
          <p:nvPr/>
        </p:nvGrpSpPr>
        <p:grpSpPr>
          <a:xfrm>
            <a:off x="-3962400" y="189537"/>
            <a:ext cx="9534019" cy="839164"/>
            <a:chOff x="0" y="0"/>
            <a:chExt cx="1876002" cy="21886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14F301F-62D6-D74B-4936-03B20505882A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73283A2-68BB-21C3-4A3C-2D0EC45A4DE3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AFB34614-9CA6-160F-302B-59FFDEDE1EC6}"/>
              </a:ext>
            </a:extLst>
          </p:cNvPr>
          <p:cNvSpPr/>
          <p:nvPr/>
        </p:nvSpPr>
        <p:spPr>
          <a:xfrm>
            <a:off x="16059647" y="3826354"/>
            <a:ext cx="0" cy="129212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EA5B6D3-1B69-3FB0-93E2-D1FD5B118A3F}"/>
              </a:ext>
            </a:extLst>
          </p:cNvPr>
          <p:cNvSpPr/>
          <p:nvPr/>
        </p:nvSpPr>
        <p:spPr>
          <a:xfrm flipH="1">
            <a:off x="7903044" y="299373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5D59C1-6B70-852D-A9AE-90C03884F86D}"/>
              </a:ext>
            </a:extLst>
          </p:cNvPr>
          <p:cNvSpPr txBox="1"/>
          <p:nvPr/>
        </p:nvSpPr>
        <p:spPr>
          <a:xfrm>
            <a:off x="2355598" y="809625"/>
            <a:ext cx="13297133" cy="1788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93"/>
              </a:lnSpc>
            </a:pPr>
            <a:r>
              <a:rPr lang="en-US" sz="10780" dirty="0">
                <a:solidFill>
                  <a:srgbClr val="000000"/>
                </a:solidFill>
                <a:latin typeface="Slopes"/>
                <a:ea typeface="Slopes"/>
                <a:cs typeface="Slopes"/>
                <a:sym typeface="Slopes"/>
              </a:rPr>
              <a:t>Model Interpretation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12FA299-9992-652D-5F32-80C2988E8D2E}"/>
              </a:ext>
            </a:extLst>
          </p:cNvPr>
          <p:cNvSpPr txBox="1"/>
          <p:nvPr/>
        </p:nvSpPr>
        <p:spPr>
          <a:xfrm>
            <a:off x="3052886" y="2631229"/>
            <a:ext cx="13040277" cy="738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Engine size is the strongest predictor of price</a:t>
            </a:r>
          </a:p>
          <a:p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Horsepower significantly increases automobile value</a:t>
            </a:r>
          </a:p>
          <a:p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Higher fuel efficiency generally lowers price</a:t>
            </a:r>
          </a:p>
          <a:p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Vehicle size and weight positively affect price</a:t>
            </a:r>
          </a:p>
          <a:p>
            <a:br>
              <a:rPr lang="en-GB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Categorical features such as brand and body style also influence pricing</a:t>
            </a:r>
            <a:endParaRPr lang="en-GB" sz="1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9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364EA-EF9C-D45A-9765-27A18D49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4516D1-777A-E036-0787-FCDE184B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630029" y="8299566"/>
            <a:ext cx="15027942" cy="1987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4F5A00-0244-3E86-60B7-0D3D00B74B65}"/>
              </a:ext>
            </a:extLst>
          </p:cNvPr>
          <p:cNvSpPr txBox="1"/>
          <p:nvPr/>
        </p:nvSpPr>
        <p:spPr>
          <a:xfrm>
            <a:off x="3467100" y="362509"/>
            <a:ext cx="11353800" cy="188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09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lopes"/>
                <a:ea typeface="Slopes"/>
                <a:cs typeface="Slopes"/>
                <a:sym typeface="Slopes"/>
              </a:rPr>
              <a:t>Model Limitations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51E32-5BE5-0387-F8B5-AA4DA0576560}"/>
              </a:ext>
            </a:extLst>
          </p:cNvPr>
          <p:cNvSpPr txBox="1"/>
          <p:nvPr/>
        </p:nvSpPr>
        <p:spPr>
          <a:xfrm>
            <a:off x="1733857" y="3467100"/>
            <a:ext cx="13258800" cy="50167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is relatively limited</a:t>
            </a:r>
          </a:p>
          <a:p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Does not include real-time market demand</a:t>
            </a:r>
          </a:p>
          <a:p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Brand perception effects are hard to quantify</a:t>
            </a:r>
          </a:p>
          <a:p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Linear regression may not capture complex nonlinear relationships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970389-013C-05F2-CC5D-9C0FA293AF74}"/>
              </a:ext>
            </a:extLst>
          </p:cNvPr>
          <p:cNvSpPr/>
          <p:nvPr/>
        </p:nvSpPr>
        <p:spPr>
          <a:xfrm>
            <a:off x="381000" y="419100"/>
            <a:ext cx="17526000" cy="9448800"/>
          </a:xfrm>
          <a:custGeom>
            <a:avLst/>
            <a:gdLst>
              <a:gd name="connsiteX0" fmla="*/ 0 w 17526000"/>
              <a:gd name="connsiteY0" fmla="*/ 0 h 9448800"/>
              <a:gd name="connsiteX1" fmla="*/ 58420 w 17526000"/>
              <a:gd name="connsiteY1" fmla="*/ 0 h 9448800"/>
              <a:gd name="connsiteX2" fmla="*/ 116840 w 17526000"/>
              <a:gd name="connsiteY2" fmla="*/ 0 h 9448800"/>
              <a:gd name="connsiteX3" fmla="*/ 701040 w 17526000"/>
              <a:gd name="connsiteY3" fmla="*/ 0 h 9448800"/>
              <a:gd name="connsiteX4" fmla="*/ 1460500 w 17526000"/>
              <a:gd name="connsiteY4" fmla="*/ 0 h 9448800"/>
              <a:gd name="connsiteX5" fmla="*/ 2044700 w 17526000"/>
              <a:gd name="connsiteY5" fmla="*/ 0 h 9448800"/>
              <a:gd name="connsiteX6" fmla="*/ 2628900 w 17526000"/>
              <a:gd name="connsiteY6" fmla="*/ 0 h 9448800"/>
              <a:gd name="connsiteX7" fmla="*/ 3563620 w 17526000"/>
              <a:gd name="connsiteY7" fmla="*/ 0 h 9448800"/>
              <a:gd name="connsiteX8" fmla="*/ 4498340 w 17526000"/>
              <a:gd name="connsiteY8" fmla="*/ 0 h 9448800"/>
              <a:gd name="connsiteX9" fmla="*/ 4732020 w 17526000"/>
              <a:gd name="connsiteY9" fmla="*/ 0 h 9448800"/>
              <a:gd name="connsiteX10" fmla="*/ 5666740 w 17526000"/>
              <a:gd name="connsiteY10" fmla="*/ 0 h 9448800"/>
              <a:gd name="connsiteX11" fmla="*/ 6075680 w 17526000"/>
              <a:gd name="connsiteY11" fmla="*/ 0 h 9448800"/>
              <a:gd name="connsiteX12" fmla="*/ 6835140 w 17526000"/>
              <a:gd name="connsiteY12" fmla="*/ 0 h 9448800"/>
              <a:gd name="connsiteX13" fmla="*/ 7244080 w 17526000"/>
              <a:gd name="connsiteY13" fmla="*/ 0 h 9448800"/>
              <a:gd name="connsiteX14" fmla="*/ 8003540 w 17526000"/>
              <a:gd name="connsiteY14" fmla="*/ 0 h 9448800"/>
              <a:gd name="connsiteX15" fmla="*/ 8587740 w 17526000"/>
              <a:gd name="connsiteY15" fmla="*/ 0 h 9448800"/>
              <a:gd name="connsiteX16" fmla="*/ 9522460 w 17526000"/>
              <a:gd name="connsiteY16" fmla="*/ 0 h 9448800"/>
              <a:gd name="connsiteX17" fmla="*/ 9580880 w 17526000"/>
              <a:gd name="connsiteY17" fmla="*/ 0 h 9448800"/>
              <a:gd name="connsiteX18" fmla="*/ 9814560 w 17526000"/>
              <a:gd name="connsiteY18" fmla="*/ 0 h 9448800"/>
              <a:gd name="connsiteX19" fmla="*/ 10048240 w 17526000"/>
              <a:gd name="connsiteY19" fmla="*/ 0 h 9448800"/>
              <a:gd name="connsiteX20" fmla="*/ 10457180 w 17526000"/>
              <a:gd name="connsiteY20" fmla="*/ 0 h 9448800"/>
              <a:gd name="connsiteX21" fmla="*/ 10690860 w 17526000"/>
              <a:gd name="connsiteY21" fmla="*/ 0 h 9448800"/>
              <a:gd name="connsiteX22" fmla="*/ 11625580 w 17526000"/>
              <a:gd name="connsiteY22" fmla="*/ 0 h 9448800"/>
              <a:gd name="connsiteX23" fmla="*/ 12385040 w 17526000"/>
              <a:gd name="connsiteY23" fmla="*/ 0 h 9448800"/>
              <a:gd name="connsiteX24" fmla="*/ 12618720 w 17526000"/>
              <a:gd name="connsiteY24" fmla="*/ 0 h 9448800"/>
              <a:gd name="connsiteX25" fmla="*/ 12677140 w 17526000"/>
              <a:gd name="connsiteY25" fmla="*/ 0 h 9448800"/>
              <a:gd name="connsiteX26" fmla="*/ 12910820 w 17526000"/>
              <a:gd name="connsiteY26" fmla="*/ 0 h 9448800"/>
              <a:gd name="connsiteX27" fmla="*/ 12969240 w 17526000"/>
              <a:gd name="connsiteY27" fmla="*/ 0 h 9448800"/>
              <a:gd name="connsiteX28" fmla="*/ 13027660 w 17526000"/>
              <a:gd name="connsiteY28" fmla="*/ 0 h 9448800"/>
              <a:gd name="connsiteX29" fmla="*/ 13261340 w 17526000"/>
              <a:gd name="connsiteY29" fmla="*/ 0 h 9448800"/>
              <a:gd name="connsiteX30" fmla="*/ 13670280 w 17526000"/>
              <a:gd name="connsiteY30" fmla="*/ 0 h 9448800"/>
              <a:gd name="connsiteX31" fmla="*/ 13903960 w 17526000"/>
              <a:gd name="connsiteY31" fmla="*/ 0 h 9448800"/>
              <a:gd name="connsiteX32" fmla="*/ 14838680 w 17526000"/>
              <a:gd name="connsiteY32" fmla="*/ 0 h 9448800"/>
              <a:gd name="connsiteX33" fmla="*/ 15247620 w 17526000"/>
              <a:gd name="connsiteY33" fmla="*/ 0 h 9448800"/>
              <a:gd name="connsiteX34" fmla="*/ 15306040 w 17526000"/>
              <a:gd name="connsiteY34" fmla="*/ 0 h 9448800"/>
              <a:gd name="connsiteX35" fmla="*/ 15890240 w 17526000"/>
              <a:gd name="connsiteY35" fmla="*/ 0 h 9448800"/>
              <a:gd name="connsiteX36" fmla="*/ 16649700 w 17526000"/>
              <a:gd name="connsiteY36" fmla="*/ 0 h 9448800"/>
              <a:gd name="connsiteX37" fmla="*/ 16883380 w 17526000"/>
              <a:gd name="connsiteY37" fmla="*/ 0 h 9448800"/>
              <a:gd name="connsiteX38" fmla="*/ 16941800 w 17526000"/>
              <a:gd name="connsiteY38" fmla="*/ 0 h 9448800"/>
              <a:gd name="connsiteX39" fmla="*/ 17000220 w 17526000"/>
              <a:gd name="connsiteY39" fmla="*/ 0 h 9448800"/>
              <a:gd name="connsiteX40" fmla="*/ 17526000 w 17526000"/>
              <a:gd name="connsiteY40" fmla="*/ 0 h 9448800"/>
              <a:gd name="connsiteX41" fmla="*/ 17526000 w 17526000"/>
              <a:gd name="connsiteY41" fmla="*/ 401574 h 9448800"/>
              <a:gd name="connsiteX42" fmla="*/ 17526000 w 17526000"/>
              <a:gd name="connsiteY42" fmla="*/ 1181100 h 9448800"/>
              <a:gd name="connsiteX43" fmla="*/ 17526000 w 17526000"/>
              <a:gd name="connsiteY43" fmla="*/ 1866138 h 9448800"/>
              <a:gd name="connsiteX44" fmla="*/ 17526000 w 17526000"/>
              <a:gd name="connsiteY44" fmla="*/ 2551176 h 9448800"/>
              <a:gd name="connsiteX45" fmla="*/ 17526000 w 17526000"/>
              <a:gd name="connsiteY45" fmla="*/ 2952750 h 9448800"/>
              <a:gd name="connsiteX46" fmla="*/ 17526000 w 17526000"/>
              <a:gd name="connsiteY46" fmla="*/ 3259836 h 9448800"/>
              <a:gd name="connsiteX47" fmla="*/ 17526000 w 17526000"/>
              <a:gd name="connsiteY47" fmla="*/ 3755898 h 9448800"/>
              <a:gd name="connsiteX48" fmla="*/ 17526000 w 17526000"/>
              <a:gd name="connsiteY48" fmla="*/ 4535424 h 9448800"/>
              <a:gd name="connsiteX49" fmla="*/ 17526000 w 17526000"/>
              <a:gd name="connsiteY49" fmla="*/ 5125974 h 9448800"/>
              <a:gd name="connsiteX50" fmla="*/ 17526000 w 17526000"/>
              <a:gd name="connsiteY50" fmla="*/ 5433060 h 9448800"/>
              <a:gd name="connsiteX51" fmla="*/ 17526000 w 17526000"/>
              <a:gd name="connsiteY51" fmla="*/ 5929122 h 9448800"/>
              <a:gd name="connsiteX52" fmla="*/ 17526000 w 17526000"/>
              <a:gd name="connsiteY52" fmla="*/ 6708648 h 9448800"/>
              <a:gd name="connsiteX53" fmla="*/ 17526000 w 17526000"/>
              <a:gd name="connsiteY53" fmla="*/ 7015734 h 9448800"/>
              <a:gd name="connsiteX54" fmla="*/ 17526000 w 17526000"/>
              <a:gd name="connsiteY54" fmla="*/ 7511796 h 9448800"/>
              <a:gd name="connsiteX55" fmla="*/ 17526000 w 17526000"/>
              <a:gd name="connsiteY55" fmla="*/ 7913370 h 9448800"/>
              <a:gd name="connsiteX56" fmla="*/ 17526000 w 17526000"/>
              <a:gd name="connsiteY56" fmla="*/ 8598408 h 9448800"/>
              <a:gd name="connsiteX57" fmla="*/ 17526000 w 17526000"/>
              <a:gd name="connsiteY57" fmla="*/ 9448800 h 9448800"/>
              <a:gd name="connsiteX58" fmla="*/ 17467580 w 17526000"/>
              <a:gd name="connsiteY58" fmla="*/ 9448800 h 9448800"/>
              <a:gd name="connsiteX59" fmla="*/ 16708120 w 17526000"/>
              <a:gd name="connsiteY59" fmla="*/ 9448800 h 9448800"/>
              <a:gd name="connsiteX60" fmla="*/ 15948660 w 17526000"/>
              <a:gd name="connsiteY60" fmla="*/ 9448800 h 9448800"/>
              <a:gd name="connsiteX61" fmla="*/ 15714980 w 17526000"/>
              <a:gd name="connsiteY61" fmla="*/ 9448800 h 9448800"/>
              <a:gd name="connsiteX62" fmla="*/ 15306040 w 17526000"/>
              <a:gd name="connsiteY62" fmla="*/ 9448800 h 9448800"/>
              <a:gd name="connsiteX63" fmla="*/ 14371320 w 17526000"/>
              <a:gd name="connsiteY63" fmla="*/ 9448800 h 9448800"/>
              <a:gd name="connsiteX64" fmla="*/ 13611860 w 17526000"/>
              <a:gd name="connsiteY64" fmla="*/ 9448800 h 9448800"/>
              <a:gd name="connsiteX65" fmla="*/ 13378180 w 17526000"/>
              <a:gd name="connsiteY65" fmla="*/ 9448800 h 9448800"/>
              <a:gd name="connsiteX66" fmla="*/ 12793980 w 17526000"/>
              <a:gd name="connsiteY66" fmla="*/ 9448800 h 9448800"/>
              <a:gd name="connsiteX67" fmla="*/ 12735560 w 17526000"/>
              <a:gd name="connsiteY67" fmla="*/ 9448800 h 9448800"/>
              <a:gd name="connsiteX68" fmla="*/ 12151360 w 17526000"/>
              <a:gd name="connsiteY68" fmla="*/ 9448800 h 9448800"/>
              <a:gd name="connsiteX69" fmla="*/ 11742420 w 17526000"/>
              <a:gd name="connsiteY69" fmla="*/ 9448800 h 9448800"/>
              <a:gd name="connsiteX70" fmla="*/ 10982960 w 17526000"/>
              <a:gd name="connsiteY70" fmla="*/ 9448800 h 9448800"/>
              <a:gd name="connsiteX71" fmla="*/ 10048240 w 17526000"/>
              <a:gd name="connsiteY71" fmla="*/ 9448800 h 9448800"/>
              <a:gd name="connsiteX72" fmla="*/ 9989820 w 17526000"/>
              <a:gd name="connsiteY72" fmla="*/ 9448800 h 9448800"/>
              <a:gd name="connsiteX73" fmla="*/ 9931400 w 17526000"/>
              <a:gd name="connsiteY73" fmla="*/ 9448800 h 9448800"/>
              <a:gd name="connsiteX74" fmla="*/ 9872980 w 17526000"/>
              <a:gd name="connsiteY74" fmla="*/ 9448800 h 9448800"/>
              <a:gd name="connsiteX75" fmla="*/ 9639300 w 17526000"/>
              <a:gd name="connsiteY75" fmla="*/ 9448800 h 9448800"/>
              <a:gd name="connsiteX76" fmla="*/ 9055100 w 17526000"/>
              <a:gd name="connsiteY76" fmla="*/ 9448800 h 9448800"/>
              <a:gd name="connsiteX77" fmla="*/ 8821420 w 17526000"/>
              <a:gd name="connsiteY77" fmla="*/ 9448800 h 9448800"/>
              <a:gd name="connsiteX78" fmla="*/ 8061960 w 17526000"/>
              <a:gd name="connsiteY78" fmla="*/ 9448800 h 9448800"/>
              <a:gd name="connsiteX79" fmla="*/ 7828280 w 17526000"/>
              <a:gd name="connsiteY79" fmla="*/ 9448800 h 9448800"/>
              <a:gd name="connsiteX80" fmla="*/ 6893560 w 17526000"/>
              <a:gd name="connsiteY80" fmla="*/ 9448800 h 9448800"/>
              <a:gd name="connsiteX81" fmla="*/ 6835140 w 17526000"/>
              <a:gd name="connsiteY81" fmla="*/ 9448800 h 9448800"/>
              <a:gd name="connsiteX82" fmla="*/ 6426200 w 17526000"/>
              <a:gd name="connsiteY82" fmla="*/ 9448800 h 9448800"/>
              <a:gd name="connsiteX83" fmla="*/ 5491480 w 17526000"/>
              <a:gd name="connsiteY83" fmla="*/ 9448800 h 9448800"/>
              <a:gd name="connsiteX84" fmla="*/ 5433060 w 17526000"/>
              <a:gd name="connsiteY84" fmla="*/ 9448800 h 9448800"/>
              <a:gd name="connsiteX85" fmla="*/ 4498340 w 17526000"/>
              <a:gd name="connsiteY85" fmla="*/ 9448800 h 9448800"/>
              <a:gd name="connsiteX86" fmla="*/ 4264660 w 17526000"/>
              <a:gd name="connsiteY86" fmla="*/ 9448800 h 9448800"/>
              <a:gd name="connsiteX87" fmla="*/ 3505200 w 17526000"/>
              <a:gd name="connsiteY87" fmla="*/ 9448800 h 9448800"/>
              <a:gd name="connsiteX88" fmla="*/ 2745740 w 17526000"/>
              <a:gd name="connsiteY88" fmla="*/ 9448800 h 9448800"/>
              <a:gd name="connsiteX89" fmla="*/ 2161540 w 17526000"/>
              <a:gd name="connsiteY89" fmla="*/ 9448800 h 9448800"/>
              <a:gd name="connsiteX90" fmla="*/ 1752600 w 17526000"/>
              <a:gd name="connsiteY90" fmla="*/ 9448800 h 9448800"/>
              <a:gd name="connsiteX91" fmla="*/ 1343660 w 17526000"/>
              <a:gd name="connsiteY91" fmla="*/ 9448800 h 9448800"/>
              <a:gd name="connsiteX92" fmla="*/ 1285240 w 17526000"/>
              <a:gd name="connsiteY92" fmla="*/ 9448800 h 9448800"/>
              <a:gd name="connsiteX93" fmla="*/ 0 w 17526000"/>
              <a:gd name="connsiteY93" fmla="*/ 9448800 h 9448800"/>
              <a:gd name="connsiteX94" fmla="*/ 0 w 17526000"/>
              <a:gd name="connsiteY94" fmla="*/ 8669274 h 9448800"/>
              <a:gd name="connsiteX95" fmla="*/ 0 w 17526000"/>
              <a:gd name="connsiteY95" fmla="*/ 8078724 h 9448800"/>
              <a:gd name="connsiteX96" fmla="*/ 0 w 17526000"/>
              <a:gd name="connsiteY96" fmla="*/ 7677150 h 9448800"/>
              <a:gd name="connsiteX97" fmla="*/ 0 w 17526000"/>
              <a:gd name="connsiteY97" fmla="*/ 7370064 h 9448800"/>
              <a:gd name="connsiteX98" fmla="*/ 0 w 17526000"/>
              <a:gd name="connsiteY98" fmla="*/ 6779514 h 9448800"/>
              <a:gd name="connsiteX99" fmla="*/ 0 w 17526000"/>
              <a:gd name="connsiteY99" fmla="*/ 6377940 h 9448800"/>
              <a:gd name="connsiteX100" fmla="*/ 0 w 17526000"/>
              <a:gd name="connsiteY100" fmla="*/ 5787390 h 9448800"/>
              <a:gd name="connsiteX101" fmla="*/ 0 w 17526000"/>
              <a:gd name="connsiteY101" fmla="*/ 5007864 h 9448800"/>
              <a:gd name="connsiteX102" fmla="*/ 0 w 17526000"/>
              <a:gd name="connsiteY102" fmla="*/ 4322826 h 9448800"/>
              <a:gd name="connsiteX103" fmla="*/ 0 w 17526000"/>
              <a:gd name="connsiteY103" fmla="*/ 3637788 h 9448800"/>
              <a:gd name="connsiteX104" fmla="*/ 0 w 17526000"/>
              <a:gd name="connsiteY104" fmla="*/ 3330702 h 9448800"/>
              <a:gd name="connsiteX105" fmla="*/ 0 w 17526000"/>
              <a:gd name="connsiteY105" fmla="*/ 2740152 h 9448800"/>
              <a:gd name="connsiteX106" fmla="*/ 0 w 17526000"/>
              <a:gd name="connsiteY106" fmla="*/ 2149602 h 9448800"/>
              <a:gd name="connsiteX107" fmla="*/ 0 w 17526000"/>
              <a:gd name="connsiteY107" fmla="*/ 1653540 h 9448800"/>
              <a:gd name="connsiteX108" fmla="*/ 0 w 17526000"/>
              <a:gd name="connsiteY108" fmla="*/ 1062990 h 9448800"/>
              <a:gd name="connsiteX109" fmla="*/ 0 w 17526000"/>
              <a:gd name="connsiteY109" fmla="*/ 661416 h 9448800"/>
              <a:gd name="connsiteX110" fmla="*/ 0 w 17526000"/>
              <a:gd name="connsiteY110" fmla="*/ 0 h 94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7526000" h="9448800" extrusionOk="0">
                <a:moveTo>
                  <a:pt x="0" y="0"/>
                </a:moveTo>
                <a:cubicBezTo>
                  <a:pt x="16686" y="-4108"/>
                  <a:pt x="45684" y="6353"/>
                  <a:pt x="58420" y="0"/>
                </a:cubicBezTo>
                <a:cubicBezTo>
                  <a:pt x="71156" y="-6353"/>
                  <a:pt x="92892" y="6639"/>
                  <a:pt x="116840" y="0"/>
                </a:cubicBezTo>
                <a:cubicBezTo>
                  <a:pt x="140788" y="-6639"/>
                  <a:pt x="531300" y="8496"/>
                  <a:pt x="701040" y="0"/>
                </a:cubicBezTo>
                <a:cubicBezTo>
                  <a:pt x="870780" y="-8496"/>
                  <a:pt x="1090118" y="77926"/>
                  <a:pt x="1460500" y="0"/>
                </a:cubicBezTo>
                <a:cubicBezTo>
                  <a:pt x="1830882" y="-77926"/>
                  <a:pt x="1854989" y="16917"/>
                  <a:pt x="2044700" y="0"/>
                </a:cubicBezTo>
                <a:cubicBezTo>
                  <a:pt x="2234411" y="-16917"/>
                  <a:pt x="2423897" y="17285"/>
                  <a:pt x="2628900" y="0"/>
                </a:cubicBezTo>
                <a:cubicBezTo>
                  <a:pt x="2833903" y="-17285"/>
                  <a:pt x="3165545" y="78408"/>
                  <a:pt x="3563620" y="0"/>
                </a:cubicBezTo>
                <a:cubicBezTo>
                  <a:pt x="3961695" y="-78408"/>
                  <a:pt x="4168624" y="100389"/>
                  <a:pt x="4498340" y="0"/>
                </a:cubicBezTo>
                <a:cubicBezTo>
                  <a:pt x="4828056" y="-100389"/>
                  <a:pt x="4631136" y="26363"/>
                  <a:pt x="4732020" y="0"/>
                </a:cubicBezTo>
                <a:cubicBezTo>
                  <a:pt x="4832904" y="-26363"/>
                  <a:pt x="5466109" y="75160"/>
                  <a:pt x="5666740" y="0"/>
                </a:cubicBezTo>
                <a:cubicBezTo>
                  <a:pt x="5867371" y="-75160"/>
                  <a:pt x="5949455" y="16841"/>
                  <a:pt x="6075680" y="0"/>
                </a:cubicBezTo>
                <a:cubicBezTo>
                  <a:pt x="6201905" y="-16841"/>
                  <a:pt x="6461768" y="80972"/>
                  <a:pt x="6835140" y="0"/>
                </a:cubicBezTo>
                <a:cubicBezTo>
                  <a:pt x="7208512" y="-80972"/>
                  <a:pt x="7055497" y="33485"/>
                  <a:pt x="7244080" y="0"/>
                </a:cubicBezTo>
                <a:cubicBezTo>
                  <a:pt x="7432663" y="-33485"/>
                  <a:pt x="7732957" y="81218"/>
                  <a:pt x="8003540" y="0"/>
                </a:cubicBezTo>
                <a:cubicBezTo>
                  <a:pt x="8274123" y="-81218"/>
                  <a:pt x="8346639" y="7212"/>
                  <a:pt x="8587740" y="0"/>
                </a:cubicBezTo>
                <a:cubicBezTo>
                  <a:pt x="8828841" y="-7212"/>
                  <a:pt x="9216172" y="90563"/>
                  <a:pt x="9522460" y="0"/>
                </a:cubicBezTo>
                <a:cubicBezTo>
                  <a:pt x="9828748" y="-90563"/>
                  <a:pt x="9563612" y="3760"/>
                  <a:pt x="9580880" y="0"/>
                </a:cubicBezTo>
                <a:cubicBezTo>
                  <a:pt x="9598148" y="-3760"/>
                  <a:pt x="9703349" y="6998"/>
                  <a:pt x="9814560" y="0"/>
                </a:cubicBezTo>
                <a:cubicBezTo>
                  <a:pt x="9925771" y="-6998"/>
                  <a:pt x="9964089" y="2725"/>
                  <a:pt x="10048240" y="0"/>
                </a:cubicBezTo>
                <a:cubicBezTo>
                  <a:pt x="10132391" y="-2725"/>
                  <a:pt x="10374950" y="19012"/>
                  <a:pt x="10457180" y="0"/>
                </a:cubicBezTo>
                <a:cubicBezTo>
                  <a:pt x="10539410" y="-19012"/>
                  <a:pt x="10641404" y="7521"/>
                  <a:pt x="10690860" y="0"/>
                </a:cubicBezTo>
                <a:cubicBezTo>
                  <a:pt x="10740316" y="-7521"/>
                  <a:pt x="11209144" y="107653"/>
                  <a:pt x="11625580" y="0"/>
                </a:cubicBezTo>
                <a:cubicBezTo>
                  <a:pt x="12042016" y="-107653"/>
                  <a:pt x="12036676" y="20598"/>
                  <a:pt x="12385040" y="0"/>
                </a:cubicBezTo>
                <a:cubicBezTo>
                  <a:pt x="12733404" y="-20598"/>
                  <a:pt x="12565762" y="23155"/>
                  <a:pt x="12618720" y="0"/>
                </a:cubicBezTo>
                <a:cubicBezTo>
                  <a:pt x="12671678" y="-23155"/>
                  <a:pt x="12656546" y="64"/>
                  <a:pt x="12677140" y="0"/>
                </a:cubicBezTo>
                <a:cubicBezTo>
                  <a:pt x="12697734" y="-64"/>
                  <a:pt x="12858959" y="1872"/>
                  <a:pt x="12910820" y="0"/>
                </a:cubicBezTo>
                <a:cubicBezTo>
                  <a:pt x="12962681" y="-1872"/>
                  <a:pt x="12952986" y="6384"/>
                  <a:pt x="12969240" y="0"/>
                </a:cubicBezTo>
                <a:cubicBezTo>
                  <a:pt x="12985494" y="-6384"/>
                  <a:pt x="13005888" y="2140"/>
                  <a:pt x="13027660" y="0"/>
                </a:cubicBezTo>
                <a:cubicBezTo>
                  <a:pt x="13049432" y="-2140"/>
                  <a:pt x="13188994" y="7773"/>
                  <a:pt x="13261340" y="0"/>
                </a:cubicBezTo>
                <a:cubicBezTo>
                  <a:pt x="13333686" y="-7773"/>
                  <a:pt x="13484827" y="20478"/>
                  <a:pt x="13670280" y="0"/>
                </a:cubicBezTo>
                <a:cubicBezTo>
                  <a:pt x="13855733" y="-20478"/>
                  <a:pt x="13849464" y="2413"/>
                  <a:pt x="13903960" y="0"/>
                </a:cubicBezTo>
                <a:cubicBezTo>
                  <a:pt x="13958456" y="-2413"/>
                  <a:pt x="14579399" y="27055"/>
                  <a:pt x="14838680" y="0"/>
                </a:cubicBezTo>
                <a:cubicBezTo>
                  <a:pt x="15097961" y="-27055"/>
                  <a:pt x="15147376" y="4662"/>
                  <a:pt x="15247620" y="0"/>
                </a:cubicBezTo>
                <a:cubicBezTo>
                  <a:pt x="15347864" y="-4662"/>
                  <a:pt x="15283210" y="1158"/>
                  <a:pt x="15306040" y="0"/>
                </a:cubicBezTo>
                <a:cubicBezTo>
                  <a:pt x="15328870" y="-1158"/>
                  <a:pt x="15675771" y="3634"/>
                  <a:pt x="15890240" y="0"/>
                </a:cubicBezTo>
                <a:cubicBezTo>
                  <a:pt x="16104709" y="-3634"/>
                  <a:pt x="16454908" y="90343"/>
                  <a:pt x="16649700" y="0"/>
                </a:cubicBezTo>
                <a:cubicBezTo>
                  <a:pt x="16844492" y="-90343"/>
                  <a:pt x="16818030" y="20982"/>
                  <a:pt x="16883380" y="0"/>
                </a:cubicBezTo>
                <a:cubicBezTo>
                  <a:pt x="16948730" y="-20982"/>
                  <a:pt x="16913393" y="127"/>
                  <a:pt x="16941800" y="0"/>
                </a:cubicBezTo>
                <a:cubicBezTo>
                  <a:pt x="16970207" y="-127"/>
                  <a:pt x="16972669" y="1861"/>
                  <a:pt x="17000220" y="0"/>
                </a:cubicBezTo>
                <a:cubicBezTo>
                  <a:pt x="17027771" y="-1861"/>
                  <a:pt x="17411134" y="41330"/>
                  <a:pt x="17526000" y="0"/>
                </a:cubicBezTo>
                <a:cubicBezTo>
                  <a:pt x="17543048" y="186469"/>
                  <a:pt x="17485717" y="302618"/>
                  <a:pt x="17526000" y="401574"/>
                </a:cubicBezTo>
                <a:cubicBezTo>
                  <a:pt x="17566283" y="500530"/>
                  <a:pt x="17437635" y="865709"/>
                  <a:pt x="17526000" y="1181100"/>
                </a:cubicBezTo>
                <a:cubicBezTo>
                  <a:pt x="17614365" y="1496491"/>
                  <a:pt x="17523196" y="1620495"/>
                  <a:pt x="17526000" y="1866138"/>
                </a:cubicBezTo>
                <a:cubicBezTo>
                  <a:pt x="17528804" y="2111781"/>
                  <a:pt x="17445369" y="2406911"/>
                  <a:pt x="17526000" y="2551176"/>
                </a:cubicBezTo>
                <a:cubicBezTo>
                  <a:pt x="17606631" y="2695441"/>
                  <a:pt x="17486678" y="2841054"/>
                  <a:pt x="17526000" y="2952750"/>
                </a:cubicBezTo>
                <a:cubicBezTo>
                  <a:pt x="17565322" y="3064446"/>
                  <a:pt x="17494954" y="3153178"/>
                  <a:pt x="17526000" y="3259836"/>
                </a:cubicBezTo>
                <a:cubicBezTo>
                  <a:pt x="17557046" y="3366494"/>
                  <a:pt x="17492583" y="3600489"/>
                  <a:pt x="17526000" y="3755898"/>
                </a:cubicBezTo>
                <a:cubicBezTo>
                  <a:pt x="17559417" y="3911307"/>
                  <a:pt x="17484596" y="4210088"/>
                  <a:pt x="17526000" y="4535424"/>
                </a:cubicBezTo>
                <a:cubicBezTo>
                  <a:pt x="17567404" y="4860760"/>
                  <a:pt x="17508542" y="4951708"/>
                  <a:pt x="17526000" y="5125974"/>
                </a:cubicBezTo>
                <a:cubicBezTo>
                  <a:pt x="17543458" y="5300240"/>
                  <a:pt x="17493581" y="5332923"/>
                  <a:pt x="17526000" y="5433060"/>
                </a:cubicBezTo>
                <a:cubicBezTo>
                  <a:pt x="17558419" y="5533197"/>
                  <a:pt x="17489054" y="5756502"/>
                  <a:pt x="17526000" y="5929122"/>
                </a:cubicBezTo>
                <a:cubicBezTo>
                  <a:pt x="17562946" y="6101742"/>
                  <a:pt x="17472386" y="6378838"/>
                  <a:pt x="17526000" y="6708648"/>
                </a:cubicBezTo>
                <a:cubicBezTo>
                  <a:pt x="17579614" y="7038458"/>
                  <a:pt x="17515477" y="6936695"/>
                  <a:pt x="17526000" y="7015734"/>
                </a:cubicBezTo>
                <a:cubicBezTo>
                  <a:pt x="17536523" y="7094773"/>
                  <a:pt x="17501251" y="7296806"/>
                  <a:pt x="17526000" y="7511796"/>
                </a:cubicBezTo>
                <a:cubicBezTo>
                  <a:pt x="17550749" y="7726786"/>
                  <a:pt x="17483347" y="7801199"/>
                  <a:pt x="17526000" y="7913370"/>
                </a:cubicBezTo>
                <a:cubicBezTo>
                  <a:pt x="17568653" y="8025541"/>
                  <a:pt x="17505427" y="8354986"/>
                  <a:pt x="17526000" y="8598408"/>
                </a:cubicBezTo>
                <a:cubicBezTo>
                  <a:pt x="17546573" y="8841830"/>
                  <a:pt x="17442034" y="9220051"/>
                  <a:pt x="17526000" y="9448800"/>
                </a:cubicBezTo>
                <a:cubicBezTo>
                  <a:pt x="17501527" y="9450084"/>
                  <a:pt x="17485987" y="9443960"/>
                  <a:pt x="17467580" y="9448800"/>
                </a:cubicBezTo>
                <a:cubicBezTo>
                  <a:pt x="17449173" y="9453640"/>
                  <a:pt x="16952504" y="9412668"/>
                  <a:pt x="16708120" y="9448800"/>
                </a:cubicBezTo>
                <a:cubicBezTo>
                  <a:pt x="16463736" y="9484932"/>
                  <a:pt x="16234747" y="9401663"/>
                  <a:pt x="15948660" y="9448800"/>
                </a:cubicBezTo>
                <a:cubicBezTo>
                  <a:pt x="15662573" y="9495937"/>
                  <a:pt x="15765066" y="9436660"/>
                  <a:pt x="15714980" y="9448800"/>
                </a:cubicBezTo>
                <a:cubicBezTo>
                  <a:pt x="15664894" y="9460940"/>
                  <a:pt x="15484411" y="9429391"/>
                  <a:pt x="15306040" y="9448800"/>
                </a:cubicBezTo>
                <a:cubicBezTo>
                  <a:pt x="15127669" y="9468209"/>
                  <a:pt x="14777006" y="9423372"/>
                  <a:pt x="14371320" y="9448800"/>
                </a:cubicBezTo>
                <a:cubicBezTo>
                  <a:pt x="13965634" y="9474228"/>
                  <a:pt x="13877208" y="9416816"/>
                  <a:pt x="13611860" y="9448800"/>
                </a:cubicBezTo>
                <a:cubicBezTo>
                  <a:pt x="13346512" y="9480784"/>
                  <a:pt x="13450311" y="9424986"/>
                  <a:pt x="13378180" y="9448800"/>
                </a:cubicBezTo>
                <a:cubicBezTo>
                  <a:pt x="13306049" y="9472614"/>
                  <a:pt x="13005716" y="9447497"/>
                  <a:pt x="12793980" y="9448800"/>
                </a:cubicBezTo>
                <a:cubicBezTo>
                  <a:pt x="12582244" y="9450103"/>
                  <a:pt x="12764492" y="9444809"/>
                  <a:pt x="12735560" y="9448800"/>
                </a:cubicBezTo>
                <a:cubicBezTo>
                  <a:pt x="12706628" y="9452791"/>
                  <a:pt x="12397898" y="9395374"/>
                  <a:pt x="12151360" y="9448800"/>
                </a:cubicBezTo>
                <a:cubicBezTo>
                  <a:pt x="11904822" y="9502226"/>
                  <a:pt x="11897940" y="9432085"/>
                  <a:pt x="11742420" y="9448800"/>
                </a:cubicBezTo>
                <a:cubicBezTo>
                  <a:pt x="11586900" y="9465515"/>
                  <a:pt x="11249936" y="9384261"/>
                  <a:pt x="10982960" y="9448800"/>
                </a:cubicBezTo>
                <a:cubicBezTo>
                  <a:pt x="10715984" y="9513339"/>
                  <a:pt x="10457314" y="9434419"/>
                  <a:pt x="10048240" y="9448800"/>
                </a:cubicBezTo>
                <a:cubicBezTo>
                  <a:pt x="9639166" y="9463181"/>
                  <a:pt x="10010594" y="9448608"/>
                  <a:pt x="9989820" y="9448800"/>
                </a:cubicBezTo>
                <a:cubicBezTo>
                  <a:pt x="9969046" y="9448992"/>
                  <a:pt x="9953130" y="9448341"/>
                  <a:pt x="9931400" y="9448800"/>
                </a:cubicBezTo>
                <a:cubicBezTo>
                  <a:pt x="9909670" y="9449259"/>
                  <a:pt x="9885017" y="9443761"/>
                  <a:pt x="9872980" y="9448800"/>
                </a:cubicBezTo>
                <a:cubicBezTo>
                  <a:pt x="9860943" y="9453839"/>
                  <a:pt x="9694600" y="9438623"/>
                  <a:pt x="9639300" y="9448800"/>
                </a:cubicBezTo>
                <a:cubicBezTo>
                  <a:pt x="9584000" y="9458977"/>
                  <a:pt x="9198577" y="9387293"/>
                  <a:pt x="9055100" y="9448800"/>
                </a:cubicBezTo>
                <a:cubicBezTo>
                  <a:pt x="8911623" y="9510307"/>
                  <a:pt x="8894549" y="9427707"/>
                  <a:pt x="8821420" y="9448800"/>
                </a:cubicBezTo>
                <a:cubicBezTo>
                  <a:pt x="8748291" y="9469893"/>
                  <a:pt x="8388468" y="9358677"/>
                  <a:pt x="8061960" y="9448800"/>
                </a:cubicBezTo>
                <a:cubicBezTo>
                  <a:pt x="7735452" y="9538923"/>
                  <a:pt x="7886700" y="9437909"/>
                  <a:pt x="7828280" y="9448800"/>
                </a:cubicBezTo>
                <a:cubicBezTo>
                  <a:pt x="7769860" y="9459691"/>
                  <a:pt x="7244167" y="9412165"/>
                  <a:pt x="6893560" y="9448800"/>
                </a:cubicBezTo>
                <a:cubicBezTo>
                  <a:pt x="6542953" y="9485435"/>
                  <a:pt x="6860241" y="9442590"/>
                  <a:pt x="6835140" y="9448800"/>
                </a:cubicBezTo>
                <a:cubicBezTo>
                  <a:pt x="6810039" y="9455010"/>
                  <a:pt x="6579402" y="9421980"/>
                  <a:pt x="6426200" y="9448800"/>
                </a:cubicBezTo>
                <a:cubicBezTo>
                  <a:pt x="6272998" y="9475620"/>
                  <a:pt x="5947593" y="9363879"/>
                  <a:pt x="5491480" y="9448800"/>
                </a:cubicBezTo>
                <a:cubicBezTo>
                  <a:pt x="5035367" y="9533721"/>
                  <a:pt x="5459885" y="9442265"/>
                  <a:pt x="5433060" y="9448800"/>
                </a:cubicBezTo>
                <a:cubicBezTo>
                  <a:pt x="5406235" y="9455335"/>
                  <a:pt x="4709370" y="9431858"/>
                  <a:pt x="4498340" y="9448800"/>
                </a:cubicBezTo>
                <a:cubicBezTo>
                  <a:pt x="4287310" y="9465742"/>
                  <a:pt x="4372964" y="9433905"/>
                  <a:pt x="4264660" y="9448800"/>
                </a:cubicBezTo>
                <a:cubicBezTo>
                  <a:pt x="4156356" y="9463695"/>
                  <a:pt x="3756726" y="9443237"/>
                  <a:pt x="3505200" y="9448800"/>
                </a:cubicBezTo>
                <a:cubicBezTo>
                  <a:pt x="3253674" y="9454363"/>
                  <a:pt x="2939141" y="9429286"/>
                  <a:pt x="2745740" y="9448800"/>
                </a:cubicBezTo>
                <a:cubicBezTo>
                  <a:pt x="2552339" y="9468314"/>
                  <a:pt x="2439008" y="9446030"/>
                  <a:pt x="2161540" y="9448800"/>
                </a:cubicBezTo>
                <a:cubicBezTo>
                  <a:pt x="1884072" y="9451570"/>
                  <a:pt x="1896054" y="9420451"/>
                  <a:pt x="1752600" y="9448800"/>
                </a:cubicBezTo>
                <a:cubicBezTo>
                  <a:pt x="1609146" y="9477149"/>
                  <a:pt x="1428326" y="9407393"/>
                  <a:pt x="1343660" y="9448800"/>
                </a:cubicBezTo>
                <a:cubicBezTo>
                  <a:pt x="1258994" y="9490207"/>
                  <a:pt x="1298932" y="9444631"/>
                  <a:pt x="1285240" y="9448800"/>
                </a:cubicBezTo>
                <a:cubicBezTo>
                  <a:pt x="1271548" y="9452969"/>
                  <a:pt x="385281" y="9382899"/>
                  <a:pt x="0" y="9448800"/>
                </a:cubicBezTo>
                <a:cubicBezTo>
                  <a:pt x="-28541" y="9282965"/>
                  <a:pt x="40023" y="8902109"/>
                  <a:pt x="0" y="8669274"/>
                </a:cubicBezTo>
                <a:cubicBezTo>
                  <a:pt x="-40023" y="8436439"/>
                  <a:pt x="21318" y="8350627"/>
                  <a:pt x="0" y="8078724"/>
                </a:cubicBezTo>
                <a:cubicBezTo>
                  <a:pt x="-21318" y="7806821"/>
                  <a:pt x="27180" y="7844743"/>
                  <a:pt x="0" y="7677150"/>
                </a:cubicBezTo>
                <a:cubicBezTo>
                  <a:pt x="-27180" y="7509557"/>
                  <a:pt x="33128" y="7497997"/>
                  <a:pt x="0" y="7370064"/>
                </a:cubicBezTo>
                <a:cubicBezTo>
                  <a:pt x="-33128" y="7242131"/>
                  <a:pt x="1686" y="6967724"/>
                  <a:pt x="0" y="6779514"/>
                </a:cubicBezTo>
                <a:cubicBezTo>
                  <a:pt x="-1686" y="6591304"/>
                  <a:pt x="16539" y="6489541"/>
                  <a:pt x="0" y="6377940"/>
                </a:cubicBezTo>
                <a:cubicBezTo>
                  <a:pt x="-16539" y="6266339"/>
                  <a:pt x="69443" y="6011655"/>
                  <a:pt x="0" y="5787390"/>
                </a:cubicBezTo>
                <a:cubicBezTo>
                  <a:pt x="-69443" y="5563125"/>
                  <a:pt x="88093" y="5288701"/>
                  <a:pt x="0" y="5007864"/>
                </a:cubicBezTo>
                <a:cubicBezTo>
                  <a:pt x="-88093" y="4727027"/>
                  <a:pt x="37495" y="4636157"/>
                  <a:pt x="0" y="4322826"/>
                </a:cubicBezTo>
                <a:cubicBezTo>
                  <a:pt x="-37495" y="4009495"/>
                  <a:pt x="43669" y="3782552"/>
                  <a:pt x="0" y="3637788"/>
                </a:cubicBezTo>
                <a:cubicBezTo>
                  <a:pt x="-43669" y="3493024"/>
                  <a:pt x="4838" y="3450148"/>
                  <a:pt x="0" y="3330702"/>
                </a:cubicBezTo>
                <a:cubicBezTo>
                  <a:pt x="-4838" y="3211256"/>
                  <a:pt x="18609" y="2874411"/>
                  <a:pt x="0" y="2740152"/>
                </a:cubicBezTo>
                <a:cubicBezTo>
                  <a:pt x="-18609" y="2605893"/>
                  <a:pt x="22824" y="2377692"/>
                  <a:pt x="0" y="2149602"/>
                </a:cubicBezTo>
                <a:cubicBezTo>
                  <a:pt x="-22824" y="1921512"/>
                  <a:pt x="56547" y="1825115"/>
                  <a:pt x="0" y="1653540"/>
                </a:cubicBezTo>
                <a:cubicBezTo>
                  <a:pt x="-56547" y="1481965"/>
                  <a:pt x="23965" y="1321129"/>
                  <a:pt x="0" y="1062990"/>
                </a:cubicBezTo>
                <a:cubicBezTo>
                  <a:pt x="-23965" y="804851"/>
                  <a:pt x="30208" y="756717"/>
                  <a:pt x="0" y="661416"/>
                </a:cubicBezTo>
                <a:cubicBezTo>
                  <a:pt x="-30208" y="566115"/>
                  <a:pt x="58988" y="30206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0749266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649326-2FAC-4C21-361D-67FF9B99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0" y="1816661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91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EBC10-2631-DB40-EC12-E9F82E45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63A17A-0596-F43C-8F99-100F8EDDE2CE}"/>
              </a:ext>
            </a:extLst>
          </p:cNvPr>
          <p:cNvGrpSpPr/>
          <p:nvPr/>
        </p:nvGrpSpPr>
        <p:grpSpPr>
          <a:xfrm rot="-5400000">
            <a:off x="12020799" y="6265458"/>
            <a:ext cx="10300457" cy="1670310"/>
            <a:chOff x="0" y="0"/>
            <a:chExt cx="1876002" cy="3042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371EB8-61D9-CA78-9D22-33EAA9A733E4}"/>
                </a:ext>
              </a:extLst>
            </p:cNvPr>
            <p:cNvSpPr/>
            <p:nvPr/>
          </p:nvSpPr>
          <p:spPr>
            <a:xfrm>
              <a:off x="0" y="0"/>
              <a:ext cx="1876002" cy="304210"/>
            </a:xfrm>
            <a:custGeom>
              <a:avLst/>
              <a:gdLst/>
              <a:ahLst/>
              <a:cxnLst/>
              <a:rect l="l" t="t" r="r" b="b"/>
              <a:pathLst>
                <a:path w="1876002" h="304210">
                  <a:moveTo>
                    <a:pt x="1672802" y="0"/>
                  </a:moveTo>
                  <a:lnTo>
                    <a:pt x="0" y="0"/>
                  </a:lnTo>
                  <a:lnTo>
                    <a:pt x="203200" y="304210"/>
                  </a:lnTo>
                  <a:lnTo>
                    <a:pt x="1876002" y="30421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5841FA6-5116-53A9-2D36-D0F6C204E80F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323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C507E72-B78F-1C93-5168-E385C27CB905}"/>
              </a:ext>
            </a:extLst>
          </p:cNvPr>
          <p:cNvGrpSpPr/>
          <p:nvPr/>
        </p:nvGrpSpPr>
        <p:grpSpPr>
          <a:xfrm rot="-5400000">
            <a:off x="-1087696" y="1776226"/>
            <a:ext cx="5689104" cy="275488"/>
            <a:chOff x="0" y="0"/>
            <a:chExt cx="4519796" cy="2188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8F0E913-7E4F-9EA1-B89F-B38D0A6EBEB5}"/>
                </a:ext>
              </a:extLst>
            </p:cNvPr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6F1A947-6AF2-CAAE-9D06-7B7B2C09A36A}"/>
                </a:ext>
              </a:extLst>
            </p:cNvPr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7822002-5F10-1B31-BF4E-782370A22C5B}"/>
              </a:ext>
            </a:extLst>
          </p:cNvPr>
          <p:cNvGrpSpPr/>
          <p:nvPr/>
        </p:nvGrpSpPr>
        <p:grpSpPr>
          <a:xfrm rot="-5400000">
            <a:off x="-4007098" y="1357823"/>
            <a:ext cx="9534019" cy="1112295"/>
            <a:chOff x="0" y="0"/>
            <a:chExt cx="1876002" cy="21886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ECABF96-7611-0211-A5DE-90C9A2D74F20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2B21DEC-4374-5619-05DC-4619821C0025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5865F559-C0F6-5940-E0C4-0727B47D0DF5}"/>
              </a:ext>
            </a:extLst>
          </p:cNvPr>
          <p:cNvSpPr/>
          <p:nvPr/>
        </p:nvSpPr>
        <p:spPr>
          <a:xfrm>
            <a:off x="16059647" y="3826354"/>
            <a:ext cx="0" cy="129212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4AF7B69-14E4-A25A-D8D4-6B7543FD95DE}"/>
              </a:ext>
            </a:extLst>
          </p:cNvPr>
          <p:cNvSpPr/>
          <p:nvPr/>
        </p:nvSpPr>
        <p:spPr>
          <a:xfrm flipH="1">
            <a:off x="7903044" y="299373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F14839-E8BE-967A-FFD3-AED137765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52" y="458078"/>
            <a:ext cx="6175559" cy="39132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A0A2B1-7D73-B839-8C48-4EDEF68BE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961" y="497929"/>
            <a:ext cx="6501939" cy="41201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FD94C8-BE56-DF4C-C478-FCD94C53C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657" y="4965848"/>
            <a:ext cx="4120517" cy="42695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36F169-5946-4295-1EC9-AF99780FB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902" y="4816597"/>
            <a:ext cx="5223251" cy="39133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139074-5043-A8FC-C040-A9D57AA88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5397" y="5061062"/>
            <a:ext cx="5573332" cy="353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8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96969">
                <a:alpha val="72000"/>
              </a:srgbClr>
            </a:gs>
            <a:gs pos="33333">
              <a:srgbClr val="B4B4B4">
                <a:alpha val="82500"/>
              </a:srgbClr>
            </a:gs>
            <a:gs pos="66667">
              <a:srgbClr val="EEEEEE">
                <a:alpha val="70500"/>
              </a:srgbClr>
            </a:gs>
            <a:gs pos="100000">
              <a:srgbClr val="FBFBFB">
                <a:alpha val="2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28800" y="1028700"/>
            <a:ext cx="16169574" cy="2258023"/>
            <a:chOff x="0" y="0"/>
            <a:chExt cx="1876002" cy="218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2B2F4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27052" y="1443857"/>
            <a:ext cx="9308329" cy="1235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12"/>
              </a:lnSpc>
            </a:pPr>
            <a:r>
              <a:rPr lang="en-US" sz="7545" spc="60" dirty="0">
                <a:solidFill>
                  <a:srgbClr val="FFFFFF"/>
                </a:solidFill>
                <a:latin typeface="Slopes"/>
                <a:ea typeface="Slopes"/>
                <a:cs typeface="Slopes"/>
                <a:sym typeface="Slopes"/>
              </a:rPr>
              <a:t>Conclusion 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6860" y="3148979"/>
            <a:ext cx="5689104" cy="275488"/>
            <a:chOff x="0" y="0"/>
            <a:chExt cx="4519796" cy="2188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85550" y="-131220"/>
            <a:ext cx="9534019" cy="1112295"/>
            <a:chOff x="0" y="0"/>
            <a:chExt cx="1876002" cy="21886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-715490" y="962025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7305447" y="3924300"/>
            <a:ext cx="10237019" cy="577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Engine size, horsepower, and weight are the most influential factors</a:t>
            </a:r>
          </a:p>
          <a:p>
            <a:pPr algn="ctr">
              <a:lnSpc>
                <a:spcPts val="4488"/>
              </a:lnSpc>
              <a:spcBef>
                <a:spcPct val="0"/>
              </a:spcBef>
            </a:pP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Fuel efficiency has a negative relationship with price</a:t>
            </a:r>
          </a:p>
          <a:p>
            <a:pPr algn="ctr">
              <a:lnSpc>
                <a:spcPts val="4488"/>
              </a:lnSpc>
              <a:spcBef>
                <a:spcPct val="0"/>
              </a:spcBef>
            </a:pP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Linear regression provides interpretable and useful results</a:t>
            </a:r>
          </a:p>
          <a:p>
            <a:pPr algn="ctr">
              <a:lnSpc>
                <a:spcPts val="4488"/>
              </a:lnSpc>
              <a:spcBef>
                <a:spcPct val="0"/>
              </a:spcBef>
            </a:pP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model supports better pricing and decision-making in the automotive industry</a:t>
            </a:r>
          </a:p>
          <a:p>
            <a:pPr algn="ctr">
              <a:lnSpc>
                <a:spcPts val="4488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7970319" y="1699426"/>
            <a:ext cx="0" cy="83173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AED3421-6D48-2685-3A57-BED465375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6" y="3316322"/>
            <a:ext cx="6318504" cy="63185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9543" y="-1029293"/>
            <a:ext cx="18657543" cy="11607505"/>
          </a:xfrm>
          <a:custGeom>
            <a:avLst/>
            <a:gdLst/>
            <a:ahLst/>
            <a:cxnLst/>
            <a:rect l="l" t="t" r="r" b="b"/>
            <a:pathLst>
              <a:path w="18657543" h="11607505">
                <a:moveTo>
                  <a:pt x="0" y="0"/>
                </a:moveTo>
                <a:lnTo>
                  <a:pt x="18657543" y="0"/>
                </a:lnTo>
                <a:lnTo>
                  <a:pt x="18657543" y="11607505"/>
                </a:lnTo>
                <a:lnTo>
                  <a:pt x="0" y="1160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589" b="-223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48121" y="1117179"/>
            <a:ext cx="15591759" cy="8229600"/>
            <a:chOff x="0" y="0"/>
            <a:chExt cx="4106471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471" cy="2167467"/>
            </a:xfrm>
            <a:custGeom>
              <a:avLst/>
              <a:gdLst/>
              <a:ahLst/>
              <a:cxnLst/>
              <a:rect l="l" t="t" r="r" b="b"/>
              <a:pathLst>
                <a:path w="4106471" h="2167467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00312" y="5528564"/>
            <a:ext cx="3077302" cy="2859074"/>
            <a:chOff x="0" y="0"/>
            <a:chExt cx="810483" cy="7530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0483" cy="753007"/>
            </a:xfrm>
            <a:custGeom>
              <a:avLst/>
              <a:gdLst/>
              <a:ahLst/>
              <a:cxnLst/>
              <a:rect l="l" t="t" r="r" b="b"/>
              <a:pathLst>
                <a:path w="810483" h="753007">
                  <a:moveTo>
                    <a:pt x="0" y="0"/>
                  </a:moveTo>
                  <a:lnTo>
                    <a:pt x="810483" y="0"/>
                  </a:lnTo>
                  <a:lnTo>
                    <a:pt x="810483" y="753007"/>
                  </a:lnTo>
                  <a:lnTo>
                    <a:pt x="0" y="753007"/>
                  </a:lnTo>
                  <a:close/>
                </a:path>
              </a:pathLst>
            </a:custGeom>
            <a:solidFill>
              <a:srgbClr val="FFFBFB">
                <a:alpha val="6274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0483" cy="772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43890" y="3603602"/>
            <a:ext cx="3142523" cy="4784036"/>
            <a:chOff x="0" y="0"/>
            <a:chExt cx="827660" cy="12599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7660" cy="1259993"/>
            </a:xfrm>
            <a:custGeom>
              <a:avLst/>
              <a:gdLst/>
              <a:ahLst/>
              <a:cxnLst/>
              <a:rect l="l" t="t" r="r" b="b"/>
              <a:pathLst>
                <a:path w="827660" h="1259993">
                  <a:moveTo>
                    <a:pt x="49272" y="0"/>
                  </a:moveTo>
                  <a:lnTo>
                    <a:pt x="778388" y="0"/>
                  </a:lnTo>
                  <a:cubicBezTo>
                    <a:pt x="805600" y="0"/>
                    <a:pt x="827660" y="22060"/>
                    <a:pt x="827660" y="49272"/>
                  </a:cubicBezTo>
                  <a:lnTo>
                    <a:pt x="827660" y="1210721"/>
                  </a:lnTo>
                  <a:cubicBezTo>
                    <a:pt x="827660" y="1237933"/>
                    <a:pt x="805600" y="1259993"/>
                    <a:pt x="778388" y="1259993"/>
                  </a:cubicBezTo>
                  <a:lnTo>
                    <a:pt x="49272" y="1259993"/>
                  </a:lnTo>
                  <a:cubicBezTo>
                    <a:pt x="22060" y="1259993"/>
                    <a:pt x="0" y="1237933"/>
                    <a:pt x="0" y="1210721"/>
                  </a:cubicBezTo>
                  <a:lnTo>
                    <a:pt x="0" y="49272"/>
                  </a:lnTo>
                  <a:cubicBezTo>
                    <a:pt x="0" y="22060"/>
                    <a:pt x="22060" y="0"/>
                    <a:pt x="492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82766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136" y="5455649"/>
            <a:ext cx="3077302" cy="2859074"/>
            <a:chOff x="0" y="0"/>
            <a:chExt cx="810483" cy="7530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0483" cy="753007"/>
            </a:xfrm>
            <a:custGeom>
              <a:avLst/>
              <a:gdLst/>
              <a:ahLst/>
              <a:cxnLst/>
              <a:rect l="l" t="t" r="r" b="b"/>
              <a:pathLst>
                <a:path w="810483" h="753007">
                  <a:moveTo>
                    <a:pt x="0" y="0"/>
                  </a:moveTo>
                  <a:lnTo>
                    <a:pt x="810483" y="0"/>
                  </a:lnTo>
                  <a:lnTo>
                    <a:pt x="810483" y="753007"/>
                  </a:lnTo>
                  <a:lnTo>
                    <a:pt x="0" y="753007"/>
                  </a:lnTo>
                  <a:close/>
                </a:path>
              </a:pathLst>
            </a:custGeom>
            <a:solidFill>
              <a:srgbClr val="FFFBFB">
                <a:alpha val="6274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10483" cy="772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00738" y="3603602"/>
            <a:ext cx="3086100" cy="4784036"/>
            <a:chOff x="0" y="0"/>
            <a:chExt cx="812800" cy="12599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01162" y="5382734"/>
            <a:ext cx="3077302" cy="2859074"/>
            <a:chOff x="0" y="0"/>
            <a:chExt cx="810483" cy="7530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0483" cy="753007"/>
            </a:xfrm>
            <a:custGeom>
              <a:avLst/>
              <a:gdLst/>
              <a:ahLst/>
              <a:cxnLst/>
              <a:rect l="l" t="t" r="r" b="b"/>
              <a:pathLst>
                <a:path w="810483" h="753007">
                  <a:moveTo>
                    <a:pt x="0" y="0"/>
                  </a:moveTo>
                  <a:lnTo>
                    <a:pt x="810483" y="0"/>
                  </a:lnTo>
                  <a:lnTo>
                    <a:pt x="810483" y="753007"/>
                  </a:lnTo>
                  <a:lnTo>
                    <a:pt x="0" y="753007"/>
                  </a:lnTo>
                  <a:close/>
                </a:path>
              </a:pathLst>
            </a:custGeom>
            <a:solidFill>
              <a:srgbClr val="FFFBFB">
                <a:alpha val="6274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810483" cy="772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01162" y="3603602"/>
            <a:ext cx="3086100" cy="4784036"/>
            <a:chOff x="0" y="0"/>
            <a:chExt cx="812800" cy="125999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01588" y="5455649"/>
            <a:ext cx="3077302" cy="2859074"/>
            <a:chOff x="0" y="0"/>
            <a:chExt cx="810483" cy="75300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0483" cy="753007"/>
            </a:xfrm>
            <a:custGeom>
              <a:avLst/>
              <a:gdLst/>
              <a:ahLst/>
              <a:cxnLst/>
              <a:rect l="l" t="t" r="r" b="b"/>
              <a:pathLst>
                <a:path w="810483" h="753007">
                  <a:moveTo>
                    <a:pt x="0" y="0"/>
                  </a:moveTo>
                  <a:lnTo>
                    <a:pt x="810483" y="0"/>
                  </a:lnTo>
                  <a:lnTo>
                    <a:pt x="810483" y="753007"/>
                  </a:lnTo>
                  <a:lnTo>
                    <a:pt x="0" y="753007"/>
                  </a:lnTo>
                  <a:close/>
                </a:path>
              </a:pathLst>
            </a:custGeom>
            <a:solidFill>
              <a:srgbClr val="FFFBFB">
                <a:alpha val="6274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10483" cy="772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05986" y="3603602"/>
            <a:ext cx="3086100" cy="4784036"/>
            <a:chOff x="0" y="0"/>
            <a:chExt cx="812800" cy="125999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3620364" y="4256101"/>
            <a:ext cx="789574" cy="975879"/>
          </a:xfrm>
          <a:custGeom>
            <a:avLst/>
            <a:gdLst/>
            <a:ahLst/>
            <a:cxnLst/>
            <a:rect l="l" t="t" r="r" b="b"/>
            <a:pathLst>
              <a:path w="789574" h="975879">
                <a:moveTo>
                  <a:pt x="0" y="0"/>
                </a:moveTo>
                <a:lnTo>
                  <a:pt x="789574" y="0"/>
                </a:lnTo>
                <a:lnTo>
                  <a:pt x="789574" y="975878"/>
                </a:lnTo>
                <a:lnTo>
                  <a:pt x="0" y="975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0026080" y="4182701"/>
            <a:ext cx="1397344" cy="1049278"/>
          </a:xfrm>
          <a:custGeom>
            <a:avLst/>
            <a:gdLst/>
            <a:ahLst/>
            <a:cxnLst/>
            <a:rect l="l" t="t" r="r" b="b"/>
            <a:pathLst>
              <a:path w="1397344" h="1049278">
                <a:moveTo>
                  <a:pt x="0" y="0"/>
                </a:moveTo>
                <a:lnTo>
                  <a:pt x="1397344" y="0"/>
                </a:lnTo>
                <a:lnTo>
                  <a:pt x="1397344" y="1049278"/>
                </a:lnTo>
                <a:lnTo>
                  <a:pt x="0" y="10492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6961749" y="4256101"/>
            <a:ext cx="964077" cy="978307"/>
          </a:xfrm>
          <a:custGeom>
            <a:avLst/>
            <a:gdLst/>
            <a:ahLst/>
            <a:cxnLst/>
            <a:rect l="l" t="t" r="r" b="b"/>
            <a:pathLst>
              <a:path w="964077" h="978307">
                <a:moveTo>
                  <a:pt x="0" y="0"/>
                </a:moveTo>
                <a:lnTo>
                  <a:pt x="964077" y="0"/>
                </a:lnTo>
                <a:lnTo>
                  <a:pt x="964077" y="978307"/>
                </a:lnTo>
                <a:lnTo>
                  <a:pt x="0" y="9783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758862" y="4259848"/>
            <a:ext cx="974560" cy="974560"/>
          </a:xfrm>
          <a:custGeom>
            <a:avLst/>
            <a:gdLst/>
            <a:ahLst/>
            <a:cxnLst/>
            <a:rect l="l" t="t" r="r" b="b"/>
            <a:pathLst>
              <a:path w="974560" h="974560">
                <a:moveTo>
                  <a:pt x="0" y="0"/>
                </a:moveTo>
                <a:lnTo>
                  <a:pt x="974560" y="0"/>
                </a:lnTo>
                <a:lnTo>
                  <a:pt x="974560" y="974560"/>
                </a:lnTo>
                <a:lnTo>
                  <a:pt x="0" y="9745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3533817" y="1271171"/>
            <a:ext cx="10906040" cy="150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06"/>
              </a:lnSpc>
              <a:spcBef>
                <a:spcPct val="0"/>
              </a:spcBef>
            </a:pPr>
            <a:r>
              <a:rPr lang="en-US" sz="8845" spc="70" dirty="0">
                <a:solidFill>
                  <a:srgbClr val="010101"/>
                </a:solidFill>
                <a:latin typeface="Slopes"/>
                <a:ea typeface="Slopes"/>
                <a:cs typeface="Slopes"/>
                <a:sym typeface="Slopes"/>
              </a:rPr>
              <a:t>Future Improvements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06536" y="5452364"/>
            <a:ext cx="2751701" cy="188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6"/>
              </a:lnSpc>
            </a:pPr>
            <a:r>
              <a:rPr lang="en-GB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Include brand reputation and market trends</a:t>
            </a:r>
            <a:endParaRPr lang="en-US" sz="4400" i="1" spc="365" dirty="0">
              <a:solidFill>
                <a:srgbClr val="231F20"/>
              </a:solidFill>
              <a:latin typeface="Cambria Math" panose="02040503050406030204" pitchFamily="18" charset="0"/>
              <a:ea typeface="Cambria Math" panose="02040503050406030204" pitchFamily="18" charset="0"/>
              <a:cs typeface="Canva Student Font"/>
              <a:sym typeface="Canva Student Fon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464111" y="5573683"/>
            <a:ext cx="2722103" cy="183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GB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Handle nonlinear relationships more effectively</a:t>
            </a:r>
            <a:endParaRPr lang="en-US" sz="4400" i="1" spc="353" dirty="0">
              <a:solidFill>
                <a:srgbClr val="231F20"/>
              </a:solidFill>
              <a:latin typeface="Cambria Math" panose="02040503050406030204" pitchFamily="18" charset="0"/>
              <a:ea typeface="Cambria Math" panose="02040503050406030204" pitchFamily="18" charset="0"/>
              <a:cs typeface="Canva Student Font"/>
              <a:sym typeface="Canva Student Font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892088" y="5461889"/>
            <a:ext cx="2722103" cy="16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430"/>
              </a:lnSpc>
              <a:spcBef>
                <a:spcPct val="0"/>
              </a:spcBef>
            </a:pPr>
            <a:r>
              <a:rPr lang="en-GB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Expand dataset for better generalization</a:t>
            </a:r>
            <a:endParaRPr lang="en-US" sz="4000" i="1" spc="314" dirty="0">
              <a:solidFill>
                <a:srgbClr val="231F20"/>
              </a:solidFill>
              <a:latin typeface="Cambria Math" panose="02040503050406030204" pitchFamily="18" charset="0"/>
              <a:ea typeface="Cambria Math" panose="02040503050406030204" pitchFamily="18" charset="0"/>
              <a:cs typeface="Canva Student Font"/>
              <a:sym typeface="Canva Student Font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495914" y="5836959"/>
            <a:ext cx="3081701" cy="1330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  <a:spcBef>
                <a:spcPct val="0"/>
              </a:spcBef>
            </a:pPr>
            <a:r>
              <a:rPr lang="en-GB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Apply advanced models</a:t>
            </a:r>
            <a:endParaRPr lang="en-US" sz="5400" i="1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Canva Student Font"/>
              <a:sym typeface="Canva Student Fo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19382</TotalTime>
  <Words>504</Words>
  <Application>Microsoft Macintosh PowerPoint</Application>
  <PresentationFormat>Custom</PresentationFormat>
  <Paragraphs>91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Archivo Black</vt:lpstr>
      <vt:lpstr>Montserrat Bold</vt:lpstr>
      <vt:lpstr>Wingdings</vt:lpstr>
      <vt:lpstr>Calibri</vt:lpstr>
      <vt:lpstr>Montserrat</vt:lpstr>
      <vt:lpstr>Aptos</vt:lpstr>
      <vt:lpstr>Slopes</vt:lpstr>
      <vt:lpstr>Times New Roman</vt:lpstr>
      <vt:lpstr>Arial</vt:lpstr>
      <vt:lpstr>TC October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Modern Professional Business Project Presentation</dc:title>
  <dc:creator>Piyara</dc:creator>
  <cp:lastModifiedBy>Sajini 20241013</cp:lastModifiedBy>
  <cp:revision>6</cp:revision>
  <dcterms:created xsi:type="dcterms:W3CDTF">2006-08-16T00:00:00Z</dcterms:created>
  <dcterms:modified xsi:type="dcterms:W3CDTF">2026-03-08T10:04:38Z</dcterms:modified>
  <dc:identifier>DAG17lm3irY</dc:identifier>
</cp:coreProperties>
</file>